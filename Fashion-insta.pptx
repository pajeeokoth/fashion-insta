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61" r:id="rId2"/>
    <p:sldId id="2564" r:id="rId3"/>
    <p:sldId id="2566" r:id="rId4"/>
    <p:sldId id="2567" r:id="rId5"/>
    <p:sldId id="2568" r:id="rId6"/>
    <p:sldId id="2565" r:id="rId7"/>
    <p:sldId id="2569" r:id="rId8"/>
    <p:sldId id="2570" r:id="rId9"/>
    <p:sldId id="2571" r:id="rId10"/>
    <p:sldId id="2572" r:id="rId11"/>
    <p:sldId id="2573" r:id="rId12"/>
    <p:sldId id="2575" r:id="rId13"/>
    <p:sldId id="2579" r:id="rId14"/>
    <p:sldId id="2576" r:id="rId15"/>
    <p:sldId id="2578" r:id="rId16"/>
    <p:sldId id="2577" r:id="rId17"/>
    <p:sldId id="2574" r:id="rId18"/>
    <p:sldId id="2562" r:id="rId19"/>
    <p:sldId id="256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mpowering Fashion Shopping: Developing a User-Friendly Mobile App for Seamless Purchases" id="{AE3B0FF9-A5FF-4AFF-8139-1AB479D8F0E7}">
          <p14:sldIdLst>
            <p14:sldId id="2561"/>
            <p14:sldId id="2564"/>
            <p14:sldId id="2566"/>
            <p14:sldId id="2567"/>
            <p14:sldId id="2568"/>
            <p14:sldId id="2565"/>
            <p14:sldId id="2569"/>
            <p14:sldId id="2570"/>
            <p14:sldId id="2571"/>
            <p14:sldId id="2572"/>
            <p14:sldId id="2573"/>
            <p14:sldId id="2575"/>
            <p14:sldId id="2579"/>
            <p14:sldId id="2576"/>
            <p14:sldId id="2578"/>
            <p14:sldId id="2577"/>
            <p14:sldId id="2574"/>
            <p14:sldId id="2562"/>
          </p14:sldIdLst>
        </p14:section>
        <p14:section name="Conclusion" id="{E5600DF5-97B2-466C-9B48-C6FD0F788D67}">
          <p14:sldIdLst>
            <p14:sldId id="25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0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5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10" Type="http://schemas.openxmlformats.org/officeDocument/2006/relationships/image" Target="../media/image29.svg"/><Relationship Id="rId4" Type="http://schemas.openxmlformats.org/officeDocument/2006/relationships/image" Target="../media/image23.svg"/><Relationship Id="rId9" Type="http://schemas.openxmlformats.org/officeDocument/2006/relationships/image" Target="../media/image28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10" Type="http://schemas.openxmlformats.org/officeDocument/2006/relationships/image" Target="../media/image29.svg"/><Relationship Id="rId4" Type="http://schemas.openxmlformats.org/officeDocument/2006/relationships/image" Target="../media/image23.svg"/><Relationship Id="rId9" Type="http://schemas.openxmlformats.org/officeDocument/2006/relationships/image" Target="../media/image2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C40BFBB-F052-41B1-9C03-4582C5905D6D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F04503E-A61A-4C8F-BA97-3E00B3F87F4A}">
      <dgm:prSet/>
      <dgm:spPr/>
      <dgm:t>
        <a:bodyPr/>
        <a:lstStyle/>
        <a:p>
          <a:r>
            <a:rPr lang="en-US"/>
            <a:t>Project goal tied to Company Vision</a:t>
          </a:r>
        </a:p>
      </dgm:t>
    </dgm:pt>
    <dgm:pt modelId="{8F84F401-C7D1-4A15-B3B5-9D1BF15BC40C}" type="parTrans" cxnId="{30B04F97-9280-424A-AC3F-9D2FA177FF84}">
      <dgm:prSet/>
      <dgm:spPr/>
      <dgm:t>
        <a:bodyPr/>
        <a:lstStyle/>
        <a:p>
          <a:endParaRPr lang="en-US"/>
        </a:p>
      </dgm:t>
    </dgm:pt>
    <dgm:pt modelId="{B14FC427-3F69-4840-862D-D4F160612E17}" type="sibTrans" cxnId="{30B04F97-9280-424A-AC3F-9D2FA177FF84}">
      <dgm:prSet/>
      <dgm:spPr/>
      <dgm:t>
        <a:bodyPr/>
        <a:lstStyle/>
        <a:p>
          <a:endParaRPr lang="en-US"/>
        </a:p>
      </dgm:t>
    </dgm:pt>
    <dgm:pt modelId="{B8FAADC1-640F-4388-B5FB-96980DEB5DD4}">
      <dgm:prSet/>
      <dgm:spPr/>
      <dgm:t>
        <a:bodyPr/>
        <a:lstStyle/>
        <a:p>
          <a:r>
            <a:rPr lang="en-US"/>
            <a:t>Value Proposition</a:t>
          </a:r>
        </a:p>
      </dgm:t>
    </dgm:pt>
    <dgm:pt modelId="{1FDF0CF4-7E08-49DE-ABEB-E377EA8868B7}" type="parTrans" cxnId="{3E2BCF6B-9388-41F6-A6E5-23FD956FD10A}">
      <dgm:prSet/>
      <dgm:spPr/>
      <dgm:t>
        <a:bodyPr/>
        <a:lstStyle/>
        <a:p>
          <a:endParaRPr lang="en-US"/>
        </a:p>
      </dgm:t>
    </dgm:pt>
    <dgm:pt modelId="{B1531B58-50E0-42F6-B48D-C4AA7F6F432F}" type="sibTrans" cxnId="{3E2BCF6B-9388-41F6-A6E5-23FD956FD10A}">
      <dgm:prSet/>
      <dgm:spPr/>
      <dgm:t>
        <a:bodyPr/>
        <a:lstStyle/>
        <a:p>
          <a:endParaRPr lang="en-US"/>
        </a:p>
      </dgm:t>
    </dgm:pt>
    <dgm:pt modelId="{F1C30C8D-0347-4F37-A48C-D6B4CE241503}">
      <dgm:prSet/>
      <dgm:spPr/>
      <dgm:t>
        <a:bodyPr/>
        <a:lstStyle/>
        <a:p>
          <a:r>
            <a:rPr lang="en-US"/>
            <a:t>Project Scope: Timeline</a:t>
          </a:r>
        </a:p>
      </dgm:t>
    </dgm:pt>
    <dgm:pt modelId="{E4A14D3B-044E-41D6-B39E-173E0DCEE49E}" type="parTrans" cxnId="{B1F7D12C-1A5F-453B-9799-5A0A80E3495B}">
      <dgm:prSet/>
      <dgm:spPr/>
      <dgm:t>
        <a:bodyPr/>
        <a:lstStyle/>
        <a:p>
          <a:endParaRPr lang="en-US"/>
        </a:p>
      </dgm:t>
    </dgm:pt>
    <dgm:pt modelId="{7825C307-7F91-4896-99EE-D33053066310}" type="sibTrans" cxnId="{B1F7D12C-1A5F-453B-9799-5A0A80E3495B}">
      <dgm:prSet/>
      <dgm:spPr/>
      <dgm:t>
        <a:bodyPr/>
        <a:lstStyle/>
        <a:p>
          <a:endParaRPr lang="en-US"/>
        </a:p>
      </dgm:t>
    </dgm:pt>
    <dgm:pt modelId="{1B46159E-4146-4AB0-B8AF-FBE3DAC21D05}">
      <dgm:prSet/>
      <dgm:spPr/>
      <dgm:t>
        <a:bodyPr/>
        <a:lstStyle/>
        <a:p>
          <a:r>
            <a:rPr lang="en-US"/>
            <a:t>Project Cost: Financial, Technical. Legal and Ethical compliance</a:t>
          </a:r>
        </a:p>
      </dgm:t>
    </dgm:pt>
    <dgm:pt modelId="{1E370C65-56F3-40E4-96F9-21BBF6D8AA3B}" type="parTrans" cxnId="{37B8F4E5-101E-42F0-9432-C9CB6B20B665}">
      <dgm:prSet/>
      <dgm:spPr/>
      <dgm:t>
        <a:bodyPr/>
        <a:lstStyle/>
        <a:p>
          <a:endParaRPr lang="en-US"/>
        </a:p>
      </dgm:t>
    </dgm:pt>
    <dgm:pt modelId="{7FD01955-7B31-4825-AD48-96245B10D4C3}" type="sibTrans" cxnId="{37B8F4E5-101E-42F0-9432-C9CB6B20B665}">
      <dgm:prSet/>
      <dgm:spPr/>
      <dgm:t>
        <a:bodyPr/>
        <a:lstStyle/>
        <a:p>
          <a:endParaRPr lang="en-US"/>
        </a:p>
      </dgm:t>
    </dgm:pt>
    <dgm:pt modelId="{28B07F4A-575A-4E6A-929A-266F8FD39C38}">
      <dgm:prSet/>
      <dgm:spPr/>
      <dgm:t>
        <a:bodyPr/>
        <a:lstStyle/>
        <a:p>
          <a:r>
            <a:rPr lang="en-US"/>
            <a:t>ROI</a:t>
          </a:r>
        </a:p>
      </dgm:t>
    </dgm:pt>
    <dgm:pt modelId="{F186B604-D91B-49C8-A54B-5824E3EBADA5}" type="parTrans" cxnId="{320B4C4F-F01B-4242-BCE4-92DB55373256}">
      <dgm:prSet/>
      <dgm:spPr/>
      <dgm:t>
        <a:bodyPr/>
        <a:lstStyle/>
        <a:p>
          <a:endParaRPr lang="en-US"/>
        </a:p>
      </dgm:t>
    </dgm:pt>
    <dgm:pt modelId="{05275D61-62BE-4DB6-A9AE-CBF18A14470B}" type="sibTrans" cxnId="{320B4C4F-F01B-4242-BCE4-92DB55373256}">
      <dgm:prSet/>
      <dgm:spPr/>
      <dgm:t>
        <a:bodyPr/>
        <a:lstStyle/>
        <a:p>
          <a:endParaRPr lang="en-US"/>
        </a:p>
      </dgm:t>
    </dgm:pt>
    <dgm:pt modelId="{4C5B4C2B-6766-4138-9EE7-8E0196A1CB83}" type="pres">
      <dgm:prSet presAssocID="{8C40BFBB-F052-41B1-9C03-4582C5905D6D}" presName="root" presStyleCnt="0">
        <dgm:presLayoutVars>
          <dgm:dir/>
          <dgm:resizeHandles val="exact"/>
        </dgm:presLayoutVars>
      </dgm:prSet>
      <dgm:spPr/>
    </dgm:pt>
    <dgm:pt modelId="{18C94557-D760-4E1E-A179-0FFAE36D0D23}" type="pres">
      <dgm:prSet presAssocID="{EF04503E-A61A-4C8F-BA97-3E00B3F87F4A}" presName="compNode" presStyleCnt="0"/>
      <dgm:spPr/>
    </dgm:pt>
    <dgm:pt modelId="{B4C9C033-549B-4B3D-929C-86A4B3D2DA2C}" type="pres">
      <dgm:prSet presAssocID="{EF04503E-A61A-4C8F-BA97-3E00B3F87F4A}" presName="bgRect" presStyleLbl="bgShp" presStyleIdx="0" presStyleCnt="5"/>
      <dgm:spPr/>
    </dgm:pt>
    <dgm:pt modelId="{09A02C42-D633-4BB9-AF07-EAFBFCB88728}" type="pres">
      <dgm:prSet presAssocID="{EF04503E-A61A-4C8F-BA97-3E00B3F87F4A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7997AEC4-A597-43FD-83F1-C12B2DAB09EC}" type="pres">
      <dgm:prSet presAssocID="{EF04503E-A61A-4C8F-BA97-3E00B3F87F4A}" presName="spaceRect" presStyleCnt="0"/>
      <dgm:spPr/>
    </dgm:pt>
    <dgm:pt modelId="{D6AA7D11-33DE-4E6F-9F8C-FDE8141FEAD5}" type="pres">
      <dgm:prSet presAssocID="{EF04503E-A61A-4C8F-BA97-3E00B3F87F4A}" presName="parTx" presStyleLbl="revTx" presStyleIdx="0" presStyleCnt="5">
        <dgm:presLayoutVars>
          <dgm:chMax val="0"/>
          <dgm:chPref val="0"/>
        </dgm:presLayoutVars>
      </dgm:prSet>
      <dgm:spPr/>
    </dgm:pt>
    <dgm:pt modelId="{6CFE78C8-4DF9-4A96-A852-79BB7644ED2D}" type="pres">
      <dgm:prSet presAssocID="{B14FC427-3F69-4840-862D-D4F160612E17}" presName="sibTrans" presStyleCnt="0"/>
      <dgm:spPr/>
    </dgm:pt>
    <dgm:pt modelId="{AAC0B3F8-59F1-4771-ADE8-F9DDFF1F050B}" type="pres">
      <dgm:prSet presAssocID="{B8FAADC1-640F-4388-B5FB-96980DEB5DD4}" presName="compNode" presStyleCnt="0"/>
      <dgm:spPr/>
    </dgm:pt>
    <dgm:pt modelId="{44EA7E16-4E48-4527-8B3E-CD33866892F3}" type="pres">
      <dgm:prSet presAssocID="{B8FAADC1-640F-4388-B5FB-96980DEB5DD4}" presName="bgRect" presStyleLbl="bgShp" presStyleIdx="1" presStyleCnt="5"/>
      <dgm:spPr/>
    </dgm:pt>
    <dgm:pt modelId="{EE3FD82D-EABE-40ED-9DD3-C494FCB001B5}" type="pres">
      <dgm:prSet presAssocID="{B8FAADC1-640F-4388-B5FB-96980DEB5DD4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DD4B926D-D2D2-41E3-AF68-6610214C915A}" type="pres">
      <dgm:prSet presAssocID="{B8FAADC1-640F-4388-B5FB-96980DEB5DD4}" presName="spaceRect" presStyleCnt="0"/>
      <dgm:spPr/>
    </dgm:pt>
    <dgm:pt modelId="{34A55657-61D8-4B72-9688-D0DC63D370B5}" type="pres">
      <dgm:prSet presAssocID="{B8FAADC1-640F-4388-B5FB-96980DEB5DD4}" presName="parTx" presStyleLbl="revTx" presStyleIdx="1" presStyleCnt="5">
        <dgm:presLayoutVars>
          <dgm:chMax val="0"/>
          <dgm:chPref val="0"/>
        </dgm:presLayoutVars>
      </dgm:prSet>
      <dgm:spPr/>
    </dgm:pt>
    <dgm:pt modelId="{CDC2062C-5AF2-4349-8A62-0F43692A24FE}" type="pres">
      <dgm:prSet presAssocID="{B1531B58-50E0-42F6-B48D-C4AA7F6F432F}" presName="sibTrans" presStyleCnt="0"/>
      <dgm:spPr/>
    </dgm:pt>
    <dgm:pt modelId="{493BAA26-6600-4569-8250-FD5DA3FE077F}" type="pres">
      <dgm:prSet presAssocID="{F1C30C8D-0347-4F37-A48C-D6B4CE241503}" presName="compNode" presStyleCnt="0"/>
      <dgm:spPr/>
    </dgm:pt>
    <dgm:pt modelId="{E3550E14-23A0-449E-9E55-DC46E621F54E}" type="pres">
      <dgm:prSet presAssocID="{F1C30C8D-0347-4F37-A48C-D6B4CE241503}" presName="bgRect" presStyleLbl="bgShp" presStyleIdx="2" presStyleCnt="5"/>
      <dgm:spPr/>
    </dgm:pt>
    <dgm:pt modelId="{B517C48B-E41F-4A85-B28F-851BD051F4FE}" type="pres">
      <dgm:prSet presAssocID="{F1C30C8D-0347-4F37-A48C-D6B4CE241503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C72E4665-0607-4185-9CBD-DF7A9DBD419E}" type="pres">
      <dgm:prSet presAssocID="{F1C30C8D-0347-4F37-A48C-D6B4CE241503}" presName="spaceRect" presStyleCnt="0"/>
      <dgm:spPr/>
    </dgm:pt>
    <dgm:pt modelId="{E14F366B-040E-4850-B4A0-25AD541D2AC1}" type="pres">
      <dgm:prSet presAssocID="{F1C30C8D-0347-4F37-A48C-D6B4CE241503}" presName="parTx" presStyleLbl="revTx" presStyleIdx="2" presStyleCnt="5">
        <dgm:presLayoutVars>
          <dgm:chMax val="0"/>
          <dgm:chPref val="0"/>
        </dgm:presLayoutVars>
      </dgm:prSet>
      <dgm:spPr/>
    </dgm:pt>
    <dgm:pt modelId="{246968F7-02C7-45C3-97B9-18E5C1CE402B}" type="pres">
      <dgm:prSet presAssocID="{7825C307-7F91-4896-99EE-D33053066310}" presName="sibTrans" presStyleCnt="0"/>
      <dgm:spPr/>
    </dgm:pt>
    <dgm:pt modelId="{97C0976E-ED41-479F-B79A-B5F31D9BEFBC}" type="pres">
      <dgm:prSet presAssocID="{1B46159E-4146-4AB0-B8AF-FBE3DAC21D05}" presName="compNode" presStyleCnt="0"/>
      <dgm:spPr/>
    </dgm:pt>
    <dgm:pt modelId="{136124B6-06FB-4E3F-B7D6-52EA998A97A9}" type="pres">
      <dgm:prSet presAssocID="{1B46159E-4146-4AB0-B8AF-FBE3DAC21D05}" presName="bgRect" presStyleLbl="bgShp" presStyleIdx="3" presStyleCnt="5"/>
      <dgm:spPr/>
    </dgm:pt>
    <dgm:pt modelId="{6DB9F6C9-9C5B-47AB-A9E9-CA94ECA43585}" type="pres">
      <dgm:prSet presAssocID="{1B46159E-4146-4AB0-B8AF-FBE3DAC21D05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ales of Justice"/>
        </a:ext>
      </dgm:extLst>
    </dgm:pt>
    <dgm:pt modelId="{A4DB964F-83D8-4AEE-A62F-E70B8B6D23F3}" type="pres">
      <dgm:prSet presAssocID="{1B46159E-4146-4AB0-B8AF-FBE3DAC21D05}" presName="spaceRect" presStyleCnt="0"/>
      <dgm:spPr/>
    </dgm:pt>
    <dgm:pt modelId="{4550AECF-F2BE-4416-8B0E-C87B6DDD9955}" type="pres">
      <dgm:prSet presAssocID="{1B46159E-4146-4AB0-B8AF-FBE3DAC21D05}" presName="parTx" presStyleLbl="revTx" presStyleIdx="3" presStyleCnt="5">
        <dgm:presLayoutVars>
          <dgm:chMax val="0"/>
          <dgm:chPref val="0"/>
        </dgm:presLayoutVars>
      </dgm:prSet>
      <dgm:spPr/>
    </dgm:pt>
    <dgm:pt modelId="{77439460-F3F3-401D-997C-E6A32DE864CF}" type="pres">
      <dgm:prSet presAssocID="{7FD01955-7B31-4825-AD48-96245B10D4C3}" presName="sibTrans" presStyleCnt="0"/>
      <dgm:spPr/>
    </dgm:pt>
    <dgm:pt modelId="{FC4217DA-A30B-4A9A-B103-6956A743CC1D}" type="pres">
      <dgm:prSet presAssocID="{28B07F4A-575A-4E6A-929A-266F8FD39C38}" presName="compNode" presStyleCnt="0"/>
      <dgm:spPr/>
    </dgm:pt>
    <dgm:pt modelId="{36F479B0-0D9A-45B0-A619-6503639ED3C7}" type="pres">
      <dgm:prSet presAssocID="{28B07F4A-575A-4E6A-929A-266F8FD39C38}" presName="bgRect" presStyleLbl="bgShp" presStyleIdx="4" presStyleCnt="5"/>
      <dgm:spPr/>
    </dgm:pt>
    <dgm:pt modelId="{2538D235-7861-4698-9FC3-4B445F4C6A2C}" type="pres">
      <dgm:prSet presAssocID="{28B07F4A-575A-4E6A-929A-266F8FD39C3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2877228F-714A-46A8-8B34-8882EB9DAE3B}" type="pres">
      <dgm:prSet presAssocID="{28B07F4A-575A-4E6A-929A-266F8FD39C38}" presName="spaceRect" presStyleCnt="0"/>
      <dgm:spPr/>
    </dgm:pt>
    <dgm:pt modelId="{2C56CC2C-AD30-4F29-AE4E-DE015755DE72}" type="pres">
      <dgm:prSet presAssocID="{28B07F4A-575A-4E6A-929A-266F8FD39C3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B1F7D12C-1A5F-453B-9799-5A0A80E3495B}" srcId="{8C40BFBB-F052-41B1-9C03-4582C5905D6D}" destId="{F1C30C8D-0347-4F37-A48C-D6B4CE241503}" srcOrd="2" destOrd="0" parTransId="{E4A14D3B-044E-41D6-B39E-173E0DCEE49E}" sibTransId="{7825C307-7F91-4896-99EE-D33053066310}"/>
    <dgm:cxn modelId="{045ABA38-0C82-4E43-BE46-F9519CDFD914}" type="presOf" srcId="{B8FAADC1-640F-4388-B5FB-96980DEB5DD4}" destId="{34A55657-61D8-4B72-9688-D0DC63D370B5}" srcOrd="0" destOrd="0" presId="urn:microsoft.com/office/officeart/2018/2/layout/IconVerticalSolidList"/>
    <dgm:cxn modelId="{8BE31F3A-BC84-4591-A930-CCB9C43C6454}" type="presOf" srcId="{1B46159E-4146-4AB0-B8AF-FBE3DAC21D05}" destId="{4550AECF-F2BE-4416-8B0E-C87B6DDD9955}" srcOrd="0" destOrd="0" presId="urn:microsoft.com/office/officeart/2018/2/layout/IconVerticalSolidList"/>
    <dgm:cxn modelId="{3E2BCF6B-9388-41F6-A6E5-23FD956FD10A}" srcId="{8C40BFBB-F052-41B1-9C03-4582C5905D6D}" destId="{B8FAADC1-640F-4388-B5FB-96980DEB5DD4}" srcOrd="1" destOrd="0" parTransId="{1FDF0CF4-7E08-49DE-ABEB-E377EA8868B7}" sibTransId="{B1531B58-50E0-42F6-B48D-C4AA7F6F432F}"/>
    <dgm:cxn modelId="{320B4C4F-F01B-4242-BCE4-92DB55373256}" srcId="{8C40BFBB-F052-41B1-9C03-4582C5905D6D}" destId="{28B07F4A-575A-4E6A-929A-266F8FD39C38}" srcOrd="4" destOrd="0" parTransId="{F186B604-D91B-49C8-A54B-5824E3EBADA5}" sibTransId="{05275D61-62BE-4DB6-A9AE-CBF18A14470B}"/>
    <dgm:cxn modelId="{9A4A9255-A597-4DD0-9BC4-0FC03814EA9B}" type="presOf" srcId="{EF04503E-A61A-4C8F-BA97-3E00B3F87F4A}" destId="{D6AA7D11-33DE-4E6F-9F8C-FDE8141FEAD5}" srcOrd="0" destOrd="0" presId="urn:microsoft.com/office/officeart/2018/2/layout/IconVerticalSolidList"/>
    <dgm:cxn modelId="{B7954177-CB84-405F-A2E2-02C76B080278}" type="presOf" srcId="{28B07F4A-575A-4E6A-929A-266F8FD39C38}" destId="{2C56CC2C-AD30-4F29-AE4E-DE015755DE72}" srcOrd="0" destOrd="0" presId="urn:microsoft.com/office/officeart/2018/2/layout/IconVerticalSolidList"/>
    <dgm:cxn modelId="{30B04F97-9280-424A-AC3F-9D2FA177FF84}" srcId="{8C40BFBB-F052-41B1-9C03-4582C5905D6D}" destId="{EF04503E-A61A-4C8F-BA97-3E00B3F87F4A}" srcOrd="0" destOrd="0" parTransId="{8F84F401-C7D1-4A15-B3B5-9D1BF15BC40C}" sibTransId="{B14FC427-3F69-4840-862D-D4F160612E17}"/>
    <dgm:cxn modelId="{93108CD9-F11C-48C3-9F74-DDCA3E565F15}" type="presOf" srcId="{F1C30C8D-0347-4F37-A48C-D6B4CE241503}" destId="{E14F366B-040E-4850-B4A0-25AD541D2AC1}" srcOrd="0" destOrd="0" presId="urn:microsoft.com/office/officeart/2018/2/layout/IconVerticalSolidList"/>
    <dgm:cxn modelId="{EA6728E4-64DD-4BDD-807F-8B583D77C88C}" type="presOf" srcId="{8C40BFBB-F052-41B1-9C03-4582C5905D6D}" destId="{4C5B4C2B-6766-4138-9EE7-8E0196A1CB83}" srcOrd="0" destOrd="0" presId="urn:microsoft.com/office/officeart/2018/2/layout/IconVerticalSolidList"/>
    <dgm:cxn modelId="{37B8F4E5-101E-42F0-9432-C9CB6B20B665}" srcId="{8C40BFBB-F052-41B1-9C03-4582C5905D6D}" destId="{1B46159E-4146-4AB0-B8AF-FBE3DAC21D05}" srcOrd="3" destOrd="0" parTransId="{1E370C65-56F3-40E4-96F9-21BBF6D8AA3B}" sibTransId="{7FD01955-7B31-4825-AD48-96245B10D4C3}"/>
    <dgm:cxn modelId="{74854D87-0150-44D7-8575-D092D7BA2380}" type="presParOf" srcId="{4C5B4C2B-6766-4138-9EE7-8E0196A1CB83}" destId="{18C94557-D760-4E1E-A179-0FFAE36D0D23}" srcOrd="0" destOrd="0" presId="urn:microsoft.com/office/officeart/2018/2/layout/IconVerticalSolidList"/>
    <dgm:cxn modelId="{3138F32F-8BEF-4727-8860-66387B264061}" type="presParOf" srcId="{18C94557-D760-4E1E-A179-0FFAE36D0D23}" destId="{B4C9C033-549B-4B3D-929C-86A4B3D2DA2C}" srcOrd="0" destOrd="0" presId="urn:microsoft.com/office/officeart/2018/2/layout/IconVerticalSolidList"/>
    <dgm:cxn modelId="{B81C72AF-5C8D-4D77-B56B-4CB4B5E5D0F8}" type="presParOf" srcId="{18C94557-D760-4E1E-A179-0FFAE36D0D23}" destId="{09A02C42-D633-4BB9-AF07-EAFBFCB88728}" srcOrd="1" destOrd="0" presId="urn:microsoft.com/office/officeart/2018/2/layout/IconVerticalSolidList"/>
    <dgm:cxn modelId="{C1D3C2AA-7FA6-4553-924E-9416FF91CD25}" type="presParOf" srcId="{18C94557-D760-4E1E-A179-0FFAE36D0D23}" destId="{7997AEC4-A597-43FD-83F1-C12B2DAB09EC}" srcOrd="2" destOrd="0" presId="urn:microsoft.com/office/officeart/2018/2/layout/IconVerticalSolidList"/>
    <dgm:cxn modelId="{EEB68E05-0B14-4724-981C-7289438591F1}" type="presParOf" srcId="{18C94557-D760-4E1E-A179-0FFAE36D0D23}" destId="{D6AA7D11-33DE-4E6F-9F8C-FDE8141FEAD5}" srcOrd="3" destOrd="0" presId="urn:microsoft.com/office/officeart/2018/2/layout/IconVerticalSolidList"/>
    <dgm:cxn modelId="{828C2B7E-7A89-4BD5-B482-7143D0229715}" type="presParOf" srcId="{4C5B4C2B-6766-4138-9EE7-8E0196A1CB83}" destId="{6CFE78C8-4DF9-4A96-A852-79BB7644ED2D}" srcOrd="1" destOrd="0" presId="urn:microsoft.com/office/officeart/2018/2/layout/IconVerticalSolidList"/>
    <dgm:cxn modelId="{2705982A-1F94-4634-8A1E-1BE3BCDFD3BA}" type="presParOf" srcId="{4C5B4C2B-6766-4138-9EE7-8E0196A1CB83}" destId="{AAC0B3F8-59F1-4771-ADE8-F9DDFF1F050B}" srcOrd="2" destOrd="0" presId="urn:microsoft.com/office/officeart/2018/2/layout/IconVerticalSolidList"/>
    <dgm:cxn modelId="{7FB877F4-FE8A-4D06-8FCF-9D91DE46B6AA}" type="presParOf" srcId="{AAC0B3F8-59F1-4771-ADE8-F9DDFF1F050B}" destId="{44EA7E16-4E48-4527-8B3E-CD33866892F3}" srcOrd="0" destOrd="0" presId="urn:microsoft.com/office/officeart/2018/2/layout/IconVerticalSolidList"/>
    <dgm:cxn modelId="{3BB91CEC-A94F-4ECB-8000-03CBB6059EB5}" type="presParOf" srcId="{AAC0B3F8-59F1-4771-ADE8-F9DDFF1F050B}" destId="{EE3FD82D-EABE-40ED-9DD3-C494FCB001B5}" srcOrd="1" destOrd="0" presId="urn:microsoft.com/office/officeart/2018/2/layout/IconVerticalSolidList"/>
    <dgm:cxn modelId="{19CEAC33-B0BA-4CE7-911C-1E864EA6E2C9}" type="presParOf" srcId="{AAC0B3F8-59F1-4771-ADE8-F9DDFF1F050B}" destId="{DD4B926D-D2D2-41E3-AF68-6610214C915A}" srcOrd="2" destOrd="0" presId="urn:microsoft.com/office/officeart/2018/2/layout/IconVerticalSolidList"/>
    <dgm:cxn modelId="{1CA44F37-5D1B-4995-B35D-5D3542BEE21E}" type="presParOf" srcId="{AAC0B3F8-59F1-4771-ADE8-F9DDFF1F050B}" destId="{34A55657-61D8-4B72-9688-D0DC63D370B5}" srcOrd="3" destOrd="0" presId="urn:microsoft.com/office/officeart/2018/2/layout/IconVerticalSolidList"/>
    <dgm:cxn modelId="{949967D3-688C-4642-B331-6C3CC082847D}" type="presParOf" srcId="{4C5B4C2B-6766-4138-9EE7-8E0196A1CB83}" destId="{CDC2062C-5AF2-4349-8A62-0F43692A24FE}" srcOrd="3" destOrd="0" presId="urn:microsoft.com/office/officeart/2018/2/layout/IconVerticalSolidList"/>
    <dgm:cxn modelId="{F00A8532-01C1-4EED-968B-9BD0C75361B2}" type="presParOf" srcId="{4C5B4C2B-6766-4138-9EE7-8E0196A1CB83}" destId="{493BAA26-6600-4569-8250-FD5DA3FE077F}" srcOrd="4" destOrd="0" presId="urn:microsoft.com/office/officeart/2018/2/layout/IconVerticalSolidList"/>
    <dgm:cxn modelId="{FB04B504-3D06-433B-82AE-7D121BBE69CB}" type="presParOf" srcId="{493BAA26-6600-4569-8250-FD5DA3FE077F}" destId="{E3550E14-23A0-449E-9E55-DC46E621F54E}" srcOrd="0" destOrd="0" presId="urn:microsoft.com/office/officeart/2018/2/layout/IconVerticalSolidList"/>
    <dgm:cxn modelId="{A83F5F51-BEE5-4F3A-8CEF-24D556A82748}" type="presParOf" srcId="{493BAA26-6600-4569-8250-FD5DA3FE077F}" destId="{B517C48B-E41F-4A85-B28F-851BD051F4FE}" srcOrd="1" destOrd="0" presId="urn:microsoft.com/office/officeart/2018/2/layout/IconVerticalSolidList"/>
    <dgm:cxn modelId="{BEAED49D-B8EC-4C9B-9E6E-AC45D05F3901}" type="presParOf" srcId="{493BAA26-6600-4569-8250-FD5DA3FE077F}" destId="{C72E4665-0607-4185-9CBD-DF7A9DBD419E}" srcOrd="2" destOrd="0" presId="urn:microsoft.com/office/officeart/2018/2/layout/IconVerticalSolidList"/>
    <dgm:cxn modelId="{E0C19C1C-798C-48A8-B858-8F077DF53986}" type="presParOf" srcId="{493BAA26-6600-4569-8250-FD5DA3FE077F}" destId="{E14F366B-040E-4850-B4A0-25AD541D2AC1}" srcOrd="3" destOrd="0" presId="urn:microsoft.com/office/officeart/2018/2/layout/IconVerticalSolidList"/>
    <dgm:cxn modelId="{04929EFB-5750-4079-A545-6B96320B7758}" type="presParOf" srcId="{4C5B4C2B-6766-4138-9EE7-8E0196A1CB83}" destId="{246968F7-02C7-45C3-97B9-18E5C1CE402B}" srcOrd="5" destOrd="0" presId="urn:microsoft.com/office/officeart/2018/2/layout/IconVerticalSolidList"/>
    <dgm:cxn modelId="{8312EF48-4246-4E5F-AC00-E07E4915F9E5}" type="presParOf" srcId="{4C5B4C2B-6766-4138-9EE7-8E0196A1CB83}" destId="{97C0976E-ED41-479F-B79A-B5F31D9BEFBC}" srcOrd="6" destOrd="0" presId="urn:microsoft.com/office/officeart/2018/2/layout/IconVerticalSolidList"/>
    <dgm:cxn modelId="{99A7FF94-57FB-4EB2-A55C-D6A51ED35059}" type="presParOf" srcId="{97C0976E-ED41-479F-B79A-B5F31D9BEFBC}" destId="{136124B6-06FB-4E3F-B7D6-52EA998A97A9}" srcOrd="0" destOrd="0" presId="urn:microsoft.com/office/officeart/2018/2/layout/IconVerticalSolidList"/>
    <dgm:cxn modelId="{6FC57051-248E-4733-BD61-F73A9A91B6A9}" type="presParOf" srcId="{97C0976E-ED41-479F-B79A-B5F31D9BEFBC}" destId="{6DB9F6C9-9C5B-47AB-A9E9-CA94ECA43585}" srcOrd="1" destOrd="0" presId="urn:microsoft.com/office/officeart/2018/2/layout/IconVerticalSolidList"/>
    <dgm:cxn modelId="{A84BD33D-B549-4732-9D23-F5AB0C01A354}" type="presParOf" srcId="{97C0976E-ED41-479F-B79A-B5F31D9BEFBC}" destId="{A4DB964F-83D8-4AEE-A62F-E70B8B6D23F3}" srcOrd="2" destOrd="0" presId="urn:microsoft.com/office/officeart/2018/2/layout/IconVerticalSolidList"/>
    <dgm:cxn modelId="{790650E0-F56B-4406-A3B5-671D22B0E523}" type="presParOf" srcId="{97C0976E-ED41-479F-B79A-B5F31D9BEFBC}" destId="{4550AECF-F2BE-4416-8B0E-C87B6DDD9955}" srcOrd="3" destOrd="0" presId="urn:microsoft.com/office/officeart/2018/2/layout/IconVerticalSolidList"/>
    <dgm:cxn modelId="{048B0D0E-DB9E-462F-B23F-75BEA58B108A}" type="presParOf" srcId="{4C5B4C2B-6766-4138-9EE7-8E0196A1CB83}" destId="{77439460-F3F3-401D-997C-E6A32DE864CF}" srcOrd="7" destOrd="0" presId="urn:microsoft.com/office/officeart/2018/2/layout/IconVerticalSolidList"/>
    <dgm:cxn modelId="{3B6E4E16-07AA-43D2-AD4B-5AE5DEDF18E7}" type="presParOf" srcId="{4C5B4C2B-6766-4138-9EE7-8E0196A1CB83}" destId="{FC4217DA-A30B-4A9A-B103-6956A743CC1D}" srcOrd="8" destOrd="0" presId="urn:microsoft.com/office/officeart/2018/2/layout/IconVerticalSolidList"/>
    <dgm:cxn modelId="{EE018A6E-C422-4602-903C-68A5BC440D5B}" type="presParOf" srcId="{FC4217DA-A30B-4A9A-B103-6956A743CC1D}" destId="{36F479B0-0D9A-45B0-A619-6503639ED3C7}" srcOrd="0" destOrd="0" presId="urn:microsoft.com/office/officeart/2018/2/layout/IconVerticalSolidList"/>
    <dgm:cxn modelId="{8894FE75-FE1A-48C5-B79E-36EBAE7B7AD0}" type="presParOf" srcId="{FC4217DA-A30B-4A9A-B103-6956A743CC1D}" destId="{2538D235-7861-4698-9FC3-4B445F4C6A2C}" srcOrd="1" destOrd="0" presId="urn:microsoft.com/office/officeart/2018/2/layout/IconVerticalSolidList"/>
    <dgm:cxn modelId="{85F5C200-65C1-41C0-90F5-B5E344433383}" type="presParOf" srcId="{FC4217DA-A30B-4A9A-B103-6956A743CC1D}" destId="{2877228F-714A-46A8-8B34-8882EB9DAE3B}" srcOrd="2" destOrd="0" presId="urn:microsoft.com/office/officeart/2018/2/layout/IconVerticalSolidList"/>
    <dgm:cxn modelId="{A5CA3257-23DF-4879-B650-83C6886967D2}" type="presParOf" srcId="{FC4217DA-A30B-4A9A-B103-6956A743CC1D}" destId="{2C56CC2C-AD30-4F29-AE4E-DE015755DE7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CA1048A-87B5-4F33-AD56-83C94840B080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897C21-0660-4C67-9AE5-054FA5FCDAEF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User Empowerment</a:t>
          </a:r>
        </a:p>
      </dgm:t>
    </dgm:pt>
    <dgm:pt modelId="{CB403F98-1638-4C20-AFBD-11BC9469BEC4}" type="parTrans" cxnId="{FD0A93F7-9BD1-47B1-8244-1A79165B08F9}">
      <dgm:prSet/>
      <dgm:spPr/>
      <dgm:t>
        <a:bodyPr/>
        <a:lstStyle/>
        <a:p>
          <a:endParaRPr lang="en-US"/>
        </a:p>
      </dgm:t>
    </dgm:pt>
    <dgm:pt modelId="{1A51AB4E-F544-4B63-A391-160CB9F7B5AD}" type="sibTrans" cxnId="{FD0A93F7-9BD1-47B1-8244-1A79165B08F9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C28BC586-7089-4436-B8EE-D35875BABAF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 well-designed app makes shopping easy and enjoyable, increasing user empowerment and satisfaction.</a:t>
          </a:r>
        </a:p>
      </dgm:t>
    </dgm:pt>
    <dgm:pt modelId="{AF569FA3-A317-4A37-BAA6-BF7C2D75FB9C}" type="parTrans" cxnId="{258B0329-A714-4A52-92D5-44EAD39EDDD7}">
      <dgm:prSet/>
      <dgm:spPr/>
      <dgm:t>
        <a:bodyPr/>
        <a:lstStyle/>
        <a:p>
          <a:endParaRPr lang="en-US"/>
        </a:p>
      </dgm:t>
    </dgm:pt>
    <dgm:pt modelId="{A4D6FE27-590A-4D92-8244-A2709FD17FFD}" type="sibTrans" cxnId="{258B0329-A714-4A52-92D5-44EAD39EDDD7}">
      <dgm:prSet/>
      <dgm:spPr/>
      <dgm:t>
        <a:bodyPr/>
        <a:lstStyle/>
        <a:p>
          <a:endParaRPr lang="en-US"/>
        </a:p>
      </dgm:t>
    </dgm:pt>
    <dgm:pt modelId="{F332AFB0-564E-4029-9051-6E63A9DACAC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Enhanced Customer Loyalty</a:t>
          </a:r>
        </a:p>
      </dgm:t>
    </dgm:pt>
    <dgm:pt modelId="{723A825D-3198-4915-B8DE-9329E28E4B01}" type="parTrans" cxnId="{85A7D5D1-CC5F-4E8C-B6A7-EBC6B881218A}">
      <dgm:prSet/>
      <dgm:spPr/>
      <dgm:t>
        <a:bodyPr/>
        <a:lstStyle/>
        <a:p>
          <a:endParaRPr lang="en-US"/>
        </a:p>
      </dgm:t>
    </dgm:pt>
    <dgm:pt modelId="{43D02463-9B46-4402-A2B1-69ABB303402D}" type="sibTrans" cxnId="{85A7D5D1-CC5F-4E8C-B6A7-EBC6B881218A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23A46484-8769-4C3F-88CE-736769D0195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Effortless shopping experiences boost customer loyalty and repeat business for fashion companies.</a:t>
          </a:r>
        </a:p>
      </dgm:t>
    </dgm:pt>
    <dgm:pt modelId="{49A57C03-11F2-4E79-8F87-99C80FA72CED}" type="parTrans" cxnId="{C5D03DAA-6960-4393-9FD6-25A73411012E}">
      <dgm:prSet/>
      <dgm:spPr/>
      <dgm:t>
        <a:bodyPr/>
        <a:lstStyle/>
        <a:p>
          <a:endParaRPr lang="en-US"/>
        </a:p>
      </dgm:t>
    </dgm:pt>
    <dgm:pt modelId="{1779C887-1AB4-45FA-B2AC-3D98F81BC14A}" type="sibTrans" cxnId="{C5D03DAA-6960-4393-9FD6-25A73411012E}">
      <dgm:prSet/>
      <dgm:spPr/>
      <dgm:t>
        <a:bodyPr/>
        <a:lstStyle/>
        <a:p>
          <a:endParaRPr lang="en-US"/>
        </a:p>
      </dgm:t>
    </dgm:pt>
    <dgm:pt modelId="{C3E391EC-F874-4A75-9754-03F6390492A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Competitive Market Success</a:t>
          </a:r>
        </a:p>
      </dgm:t>
    </dgm:pt>
    <dgm:pt modelId="{AA0A7EF7-3D09-4E04-9C37-A4A2C6178FDF}" type="parTrans" cxnId="{D688C36C-0958-44C4-870D-DADB0B5FCE5E}">
      <dgm:prSet/>
      <dgm:spPr/>
      <dgm:t>
        <a:bodyPr/>
        <a:lstStyle/>
        <a:p>
          <a:endParaRPr lang="en-US"/>
        </a:p>
      </dgm:t>
    </dgm:pt>
    <dgm:pt modelId="{27A2A1B1-E760-42D7-80D0-D1AB6E764987}" type="sibTrans" cxnId="{D688C36C-0958-44C4-870D-DADB0B5FCE5E}">
      <dgm:prSet/>
      <dgm:spPr/>
      <dgm:t>
        <a:bodyPr/>
        <a:lstStyle/>
        <a:p>
          <a:endParaRPr lang="en-US"/>
        </a:p>
      </dgm:t>
    </dgm:pt>
    <dgm:pt modelId="{B379C9A0-F0B4-4093-BBD6-8DA0BE3C344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Focusing on user-friendly features allows fashion companies to thrive in a competitive marketplace.</a:t>
          </a:r>
        </a:p>
      </dgm:t>
    </dgm:pt>
    <dgm:pt modelId="{FFF626D4-2B41-4AD6-9D35-D1C4585D0374}" type="parTrans" cxnId="{E47C4934-5E26-4670-9691-54449E734653}">
      <dgm:prSet/>
      <dgm:spPr/>
      <dgm:t>
        <a:bodyPr/>
        <a:lstStyle/>
        <a:p>
          <a:endParaRPr lang="en-US"/>
        </a:p>
      </dgm:t>
    </dgm:pt>
    <dgm:pt modelId="{803816BA-6EB9-4F0B-A28A-91CB25FCE276}" type="sibTrans" cxnId="{E47C4934-5E26-4670-9691-54449E734653}">
      <dgm:prSet/>
      <dgm:spPr/>
      <dgm:t>
        <a:bodyPr/>
        <a:lstStyle/>
        <a:p>
          <a:endParaRPr lang="en-US"/>
        </a:p>
      </dgm:t>
    </dgm:pt>
    <dgm:pt modelId="{72CF5188-28B4-4C2F-AED0-5D795DCA1C05}" type="pres">
      <dgm:prSet presAssocID="{2CA1048A-87B5-4F33-AD56-83C94840B080}" presName="Name0" presStyleCnt="0">
        <dgm:presLayoutVars>
          <dgm:dir/>
          <dgm:resizeHandles val="exact"/>
        </dgm:presLayoutVars>
      </dgm:prSet>
      <dgm:spPr/>
    </dgm:pt>
    <dgm:pt modelId="{9ECE455B-199F-469E-B98F-483803CB295D}" type="pres">
      <dgm:prSet presAssocID="{57897C21-0660-4C67-9AE5-054FA5FCDAEF}" presName="compNode" presStyleCnt="0"/>
      <dgm:spPr/>
    </dgm:pt>
    <dgm:pt modelId="{574407C4-89B4-44A4-BF11-DE7538D379A5}" type="pres">
      <dgm:prSet presAssocID="{57897C21-0660-4C67-9AE5-054FA5FCDAEF}" presName="pictRect" presStyleLbl="revTx" presStyleIdx="0" presStyleCnt="6">
        <dgm:presLayoutVars>
          <dgm:chMax val="0"/>
          <dgm:bulletEnabled/>
        </dgm:presLayoutVars>
      </dgm:prSet>
      <dgm:spPr/>
    </dgm:pt>
    <dgm:pt modelId="{9CDA3599-E0DF-4983-A7CA-EA59D885157F}" type="pres">
      <dgm:prSet presAssocID="{57897C21-0660-4C67-9AE5-054FA5FCDAEF}" presName="textRect" presStyleLbl="revTx" presStyleIdx="1" presStyleCnt="6">
        <dgm:presLayoutVars>
          <dgm:bulletEnabled/>
        </dgm:presLayoutVars>
      </dgm:prSet>
      <dgm:spPr/>
    </dgm:pt>
    <dgm:pt modelId="{54C040A8-07E9-492F-A380-0FE6C0582453}" type="pres">
      <dgm:prSet presAssocID="{1A51AB4E-F544-4B63-A391-160CB9F7B5AD}" presName="sibTrans" presStyleLbl="sibTrans2D1" presStyleIdx="0" presStyleCnt="0"/>
      <dgm:spPr/>
    </dgm:pt>
    <dgm:pt modelId="{A7EF734F-25E1-435C-B658-ABE1E5925D9B}" type="pres">
      <dgm:prSet presAssocID="{F332AFB0-564E-4029-9051-6E63A9DACACB}" presName="compNode" presStyleCnt="0"/>
      <dgm:spPr/>
    </dgm:pt>
    <dgm:pt modelId="{77B36B6D-26D6-4855-8FDE-2D45A1D7241E}" type="pres">
      <dgm:prSet presAssocID="{F332AFB0-564E-4029-9051-6E63A9DACACB}" presName="pictRect" presStyleLbl="revTx" presStyleIdx="2" presStyleCnt="6">
        <dgm:presLayoutVars>
          <dgm:chMax val="0"/>
          <dgm:bulletEnabled/>
        </dgm:presLayoutVars>
      </dgm:prSet>
      <dgm:spPr/>
    </dgm:pt>
    <dgm:pt modelId="{90D06E32-9421-4453-8269-1BEB2881F8F0}" type="pres">
      <dgm:prSet presAssocID="{F332AFB0-564E-4029-9051-6E63A9DACACB}" presName="textRect" presStyleLbl="revTx" presStyleIdx="3" presStyleCnt="6">
        <dgm:presLayoutVars>
          <dgm:bulletEnabled/>
        </dgm:presLayoutVars>
      </dgm:prSet>
      <dgm:spPr/>
    </dgm:pt>
    <dgm:pt modelId="{29DAAED6-78C3-425A-BEF0-42A96B8FA085}" type="pres">
      <dgm:prSet presAssocID="{43D02463-9B46-4402-A2B1-69ABB303402D}" presName="sibTrans" presStyleLbl="sibTrans2D1" presStyleIdx="0" presStyleCnt="0"/>
      <dgm:spPr/>
    </dgm:pt>
    <dgm:pt modelId="{44A0D902-202F-4066-B4C3-245ACE319AB0}" type="pres">
      <dgm:prSet presAssocID="{C3E391EC-F874-4A75-9754-03F6390492AC}" presName="compNode" presStyleCnt="0"/>
      <dgm:spPr/>
    </dgm:pt>
    <dgm:pt modelId="{5D8576D0-632B-4AA0-B361-AF10CAC95C5B}" type="pres">
      <dgm:prSet presAssocID="{C3E391EC-F874-4A75-9754-03F6390492AC}" presName="pictRect" presStyleLbl="revTx" presStyleIdx="4" presStyleCnt="6">
        <dgm:presLayoutVars>
          <dgm:chMax val="0"/>
          <dgm:bulletEnabled/>
        </dgm:presLayoutVars>
      </dgm:prSet>
      <dgm:spPr/>
    </dgm:pt>
    <dgm:pt modelId="{D6D69A55-B94F-498E-93DF-ED10CBA9C2A2}" type="pres">
      <dgm:prSet presAssocID="{C3E391EC-F874-4A75-9754-03F6390492AC}" presName="textRect" presStyleLbl="revTx" presStyleIdx="5" presStyleCnt="6">
        <dgm:presLayoutVars>
          <dgm:bulletEnabled/>
        </dgm:presLayoutVars>
      </dgm:prSet>
      <dgm:spPr/>
    </dgm:pt>
  </dgm:ptLst>
  <dgm:cxnLst>
    <dgm:cxn modelId="{258B0329-A714-4A52-92D5-44EAD39EDDD7}" srcId="{57897C21-0660-4C67-9AE5-054FA5FCDAEF}" destId="{C28BC586-7089-4436-B8EE-D35875BABAFA}" srcOrd="0" destOrd="0" parTransId="{AF569FA3-A317-4A37-BAA6-BF7C2D75FB9C}" sibTransId="{A4D6FE27-590A-4D92-8244-A2709FD17FFD}"/>
    <dgm:cxn modelId="{75F3922C-E55E-47E9-8520-6F56BF17BEE7}" type="presOf" srcId="{1A51AB4E-F544-4B63-A391-160CB9F7B5AD}" destId="{54C040A8-07E9-492F-A380-0FE6C0582453}" srcOrd="0" destOrd="0" presId="urn:microsoft.com/office/officeart/2024/3/layout/hArchList1"/>
    <dgm:cxn modelId="{E47C4934-5E26-4670-9691-54449E734653}" srcId="{C3E391EC-F874-4A75-9754-03F6390492AC}" destId="{B379C9A0-F0B4-4093-BBD6-8DA0BE3C3444}" srcOrd="0" destOrd="0" parTransId="{FFF626D4-2B41-4AD6-9D35-D1C4585D0374}" sibTransId="{803816BA-6EB9-4F0B-A28A-91CB25FCE276}"/>
    <dgm:cxn modelId="{081C974B-446C-42FF-9A96-BB35B19A18AF}" type="presOf" srcId="{23A46484-8769-4C3F-88CE-736769D01950}" destId="{90D06E32-9421-4453-8269-1BEB2881F8F0}" srcOrd="0" destOrd="0" presId="urn:microsoft.com/office/officeart/2024/3/layout/hArchList1"/>
    <dgm:cxn modelId="{D688C36C-0958-44C4-870D-DADB0B5FCE5E}" srcId="{2CA1048A-87B5-4F33-AD56-83C94840B080}" destId="{C3E391EC-F874-4A75-9754-03F6390492AC}" srcOrd="2" destOrd="0" parTransId="{AA0A7EF7-3D09-4E04-9C37-A4A2C6178FDF}" sibTransId="{27A2A1B1-E760-42D7-80D0-D1AB6E764987}"/>
    <dgm:cxn modelId="{D2A90B4E-1990-4551-B80F-9EF6DCE60C40}" type="presOf" srcId="{43D02463-9B46-4402-A2B1-69ABB303402D}" destId="{29DAAED6-78C3-425A-BEF0-42A96B8FA085}" srcOrd="0" destOrd="0" presId="urn:microsoft.com/office/officeart/2024/3/layout/hArchList1"/>
    <dgm:cxn modelId="{4547834F-8697-4B8B-BD38-CC87B0B8F26D}" type="presOf" srcId="{B379C9A0-F0B4-4093-BBD6-8DA0BE3C3444}" destId="{D6D69A55-B94F-498E-93DF-ED10CBA9C2A2}" srcOrd="0" destOrd="0" presId="urn:microsoft.com/office/officeart/2024/3/layout/hArchList1"/>
    <dgm:cxn modelId="{C5277971-32A5-4371-9387-B973764B8887}" type="presOf" srcId="{C28BC586-7089-4436-B8EE-D35875BABAFA}" destId="{9CDA3599-E0DF-4983-A7CA-EA59D885157F}" srcOrd="0" destOrd="0" presId="urn:microsoft.com/office/officeart/2024/3/layout/hArchList1"/>
    <dgm:cxn modelId="{31A8FB75-3F59-4026-B318-877F85B1C446}" type="presOf" srcId="{C3E391EC-F874-4A75-9754-03F6390492AC}" destId="{5D8576D0-632B-4AA0-B361-AF10CAC95C5B}" srcOrd="0" destOrd="0" presId="urn:microsoft.com/office/officeart/2024/3/layout/hArchList1"/>
    <dgm:cxn modelId="{C5D03DAA-6960-4393-9FD6-25A73411012E}" srcId="{F332AFB0-564E-4029-9051-6E63A9DACACB}" destId="{23A46484-8769-4C3F-88CE-736769D01950}" srcOrd="0" destOrd="0" parTransId="{49A57C03-11F2-4E79-8F87-99C80FA72CED}" sibTransId="{1779C887-1AB4-45FA-B2AC-3D98F81BC14A}"/>
    <dgm:cxn modelId="{ED6F9BAD-6370-42F3-80A3-DC688CAA02D1}" type="presOf" srcId="{2CA1048A-87B5-4F33-AD56-83C94840B080}" destId="{72CF5188-28B4-4C2F-AED0-5D795DCA1C05}" srcOrd="0" destOrd="0" presId="urn:microsoft.com/office/officeart/2024/3/layout/hArchList1"/>
    <dgm:cxn modelId="{203C30C0-D167-460D-A67D-A831AD1FB4B4}" type="presOf" srcId="{57897C21-0660-4C67-9AE5-054FA5FCDAEF}" destId="{574407C4-89B4-44A4-BF11-DE7538D379A5}" srcOrd="0" destOrd="0" presId="urn:microsoft.com/office/officeart/2024/3/layout/hArchList1"/>
    <dgm:cxn modelId="{F294C2CE-6999-415E-967E-64F73C41516A}" type="presOf" srcId="{F332AFB0-564E-4029-9051-6E63A9DACACB}" destId="{77B36B6D-26D6-4855-8FDE-2D45A1D7241E}" srcOrd="0" destOrd="0" presId="urn:microsoft.com/office/officeart/2024/3/layout/hArchList1"/>
    <dgm:cxn modelId="{85A7D5D1-CC5F-4E8C-B6A7-EBC6B881218A}" srcId="{2CA1048A-87B5-4F33-AD56-83C94840B080}" destId="{F332AFB0-564E-4029-9051-6E63A9DACACB}" srcOrd="1" destOrd="0" parTransId="{723A825D-3198-4915-B8DE-9329E28E4B01}" sibTransId="{43D02463-9B46-4402-A2B1-69ABB303402D}"/>
    <dgm:cxn modelId="{FD0A93F7-9BD1-47B1-8244-1A79165B08F9}" srcId="{2CA1048A-87B5-4F33-AD56-83C94840B080}" destId="{57897C21-0660-4C67-9AE5-054FA5FCDAEF}" srcOrd="0" destOrd="0" parTransId="{CB403F98-1638-4C20-AFBD-11BC9469BEC4}" sibTransId="{1A51AB4E-F544-4B63-A391-160CB9F7B5AD}"/>
    <dgm:cxn modelId="{3ABEEF5D-564C-43CF-B698-AE821849F7B4}" type="presParOf" srcId="{72CF5188-28B4-4C2F-AED0-5D795DCA1C05}" destId="{9ECE455B-199F-469E-B98F-483803CB295D}" srcOrd="0" destOrd="0" presId="urn:microsoft.com/office/officeart/2024/3/layout/hArchList1"/>
    <dgm:cxn modelId="{DDB7674A-5466-43BE-A052-0B1A32BF814F}" type="presParOf" srcId="{9ECE455B-199F-469E-B98F-483803CB295D}" destId="{574407C4-89B4-44A4-BF11-DE7538D379A5}" srcOrd="0" destOrd="0" presId="urn:microsoft.com/office/officeart/2024/3/layout/hArchList1"/>
    <dgm:cxn modelId="{31D05545-B54F-4E02-88E7-90F0616AAB60}" type="presParOf" srcId="{9ECE455B-199F-469E-B98F-483803CB295D}" destId="{9CDA3599-E0DF-4983-A7CA-EA59D885157F}" srcOrd="1" destOrd="0" presId="urn:microsoft.com/office/officeart/2024/3/layout/hArchList1"/>
    <dgm:cxn modelId="{B1052300-72FF-45C8-95D0-0A6F9DBF6390}" type="presParOf" srcId="{72CF5188-28B4-4C2F-AED0-5D795DCA1C05}" destId="{54C040A8-07E9-492F-A380-0FE6C0582453}" srcOrd="1" destOrd="0" presId="urn:microsoft.com/office/officeart/2024/3/layout/hArchList1"/>
    <dgm:cxn modelId="{F12D4FCF-C2BF-4350-AD5F-79A2F0FC4037}" type="presParOf" srcId="{72CF5188-28B4-4C2F-AED0-5D795DCA1C05}" destId="{A7EF734F-25E1-435C-B658-ABE1E5925D9B}" srcOrd="2" destOrd="0" presId="urn:microsoft.com/office/officeart/2024/3/layout/hArchList1"/>
    <dgm:cxn modelId="{88C8092C-D65D-4FFA-BC7C-218CC05B2E17}" type="presParOf" srcId="{A7EF734F-25E1-435C-B658-ABE1E5925D9B}" destId="{77B36B6D-26D6-4855-8FDE-2D45A1D7241E}" srcOrd="0" destOrd="0" presId="urn:microsoft.com/office/officeart/2024/3/layout/hArchList1"/>
    <dgm:cxn modelId="{56E50D53-2C1A-4201-9124-18329E242B87}" type="presParOf" srcId="{A7EF734F-25E1-435C-B658-ABE1E5925D9B}" destId="{90D06E32-9421-4453-8269-1BEB2881F8F0}" srcOrd="1" destOrd="0" presId="urn:microsoft.com/office/officeart/2024/3/layout/hArchList1"/>
    <dgm:cxn modelId="{013C78A9-9E2C-4DA9-8BC9-62F27CF829DD}" type="presParOf" srcId="{72CF5188-28B4-4C2F-AED0-5D795DCA1C05}" destId="{29DAAED6-78C3-425A-BEF0-42A96B8FA085}" srcOrd="3" destOrd="0" presId="urn:microsoft.com/office/officeart/2024/3/layout/hArchList1"/>
    <dgm:cxn modelId="{9E9F6A26-BDA0-4B80-AC42-B30E40E51357}" type="presParOf" srcId="{72CF5188-28B4-4C2F-AED0-5D795DCA1C05}" destId="{44A0D902-202F-4066-B4C3-245ACE319AB0}" srcOrd="4" destOrd="0" presId="urn:microsoft.com/office/officeart/2024/3/layout/hArchList1"/>
    <dgm:cxn modelId="{793BBE27-0843-467A-BE2B-E29C1276F201}" type="presParOf" srcId="{44A0D902-202F-4066-B4C3-245ACE319AB0}" destId="{5D8576D0-632B-4AA0-B361-AF10CAC95C5B}" srcOrd="0" destOrd="0" presId="urn:microsoft.com/office/officeart/2024/3/layout/hArchList1"/>
    <dgm:cxn modelId="{ED97C80C-3260-4177-ADB2-2256C3AE8D82}" type="presParOf" srcId="{44A0D902-202F-4066-B4C3-245ACE319AB0}" destId="{D6D69A55-B94F-498E-93DF-ED10CBA9C2A2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C9C033-549B-4B3D-929C-86A4B3D2DA2C}">
      <dsp:nvSpPr>
        <dsp:cNvPr id="0" name=""/>
        <dsp:cNvSpPr/>
      </dsp:nvSpPr>
      <dsp:spPr>
        <a:xfrm>
          <a:off x="0" y="4471"/>
          <a:ext cx="7159752" cy="95253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9A02C42-D633-4BB9-AF07-EAFBFCB88728}">
      <dsp:nvSpPr>
        <dsp:cNvPr id="0" name=""/>
        <dsp:cNvSpPr/>
      </dsp:nvSpPr>
      <dsp:spPr>
        <a:xfrm>
          <a:off x="288141" y="218791"/>
          <a:ext cx="523893" cy="52389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AA7D11-33DE-4E6F-9F8C-FDE8141FEAD5}">
      <dsp:nvSpPr>
        <dsp:cNvPr id="0" name=""/>
        <dsp:cNvSpPr/>
      </dsp:nvSpPr>
      <dsp:spPr>
        <a:xfrm>
          <a:off x="1100176" y="4471"/>
          <a:ext cx="6059575" cy="9525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810" tIns="100810" rIns="100810" bIns="10081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Project goal tied to Company Vision</a:t>
          </a:r>
        </a:p>
      </dsp:txBody>
      <dsp:txXfrm>
        <a:off x="1100176" y="4471"/>
        <a:ext cx="6059575" cy="952533"/>
      </dsp:txXfrm>
    </dsp:sp>
    <dsp:sp modelId="{44EA7E16-4E48-4527-8B3E-CD33866892F3}">
      <dsp:nvSpPr>
        <dsp:cNvPr id="0" name=""/>
        <dsp:cNvSpPr/>
      </dsp:nvSpPr>
      <dsp:spPr>
        <a:xfrm>
          <a:off x="0" y="1195138"/>
          <a:ext cx="7159752" cy="95253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3FD82D-EABE-40ED-9DD3-C494FCB001B5}">
      <dsp:nvSpPr>
        <dsp:cNvPr id="0" name=""/>
        <dsp:cNvSpPr/>
      </dsp:nvSpPr>
      <dsp:spPr>
        <a:xfrm>
          <a:off x="288141" y="1409458"/>
          <a:ext cx="523893" cy="52389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A55657-61D8-4B72-9688-D0DC63D370B5}">
      <dsp:nvSpPr>
        <dsp:cNvPr id="0" name=""/>
        <dsp:cNvSpPr/>
      </dsp:nvSpPr>
      <dsp:spPr>
        <a:xfrm>
          <a:off x="1100176" y="1195138"/>
          <a:ext cx="6059575" cy="9525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810" tIns="100810" rIns="100810" bIns="10081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Value Proposition</a:t>
          </a:r>
        </a:p>
      </dsp:txBody>
      <dsp:txXfrm>
        <a:off x="1100176" y="1195138"/>
        <a:ext cx="6059575" cy="952533"/>
      </dsp:txXfrm>
    </dsp:sp>
    <dsp:sp modelId="{E3550E14-23A0-449E-9E55-DC46E621F54E}">
      <dsp:nvSpPr>
        <dsp:cNvPr id="0" name=""/>
        <dsp:cNvSpPr/>
      </dsp:nvSpPr>
      <dsp:spPr>
        <a:xfrm>
          <a:off x="0" y="2385805"/>
          <a:ext cx="7159752" cy="95253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17C48B-E41F-4A85-B28F-851BD051F4FE}">
      <dsp:nvSpPr>
        <dsp:cNvPr id="0" name=""/>
        <dsp:cNvSpPr/>
      </dsp:nvSpPr>
      <dsp:spPr>
        <a:xfrm>
          <a:off x="288141" y="2600125"/>
          <a:ext cx="523893" cy="52389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4F366B-040E-4850-B4A0-25AD541D2AC1}">
      <dsp:nvSpPr>
        <dsp:cNvPr id="0" name=""/>
        <dsp:cNvSpPr/>
      </dsp:nvSpPr>
      <dsp:spPr>
        <a:xfrm>
          <a:off x="1100176" y="2385805"/>
          <a:ext cx="6059575" cy="9525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810" tIns="100810" rIns="100810" bIns="10081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Project Scope: Timeline</a:t>
          </a:r>
        </a:p>
      </dsp:txBody>
      <dsp:txXfrm>
        <a:off x="1100176" y="2385805"/>
        <a:ext cx="6059575" cy="952533"/>
      </dsp:txXfrm>
    </dsp:sp>
    <dsp:sp modelId="{136124B6-06FB-4E3F-B7D6-52EA998A97A9}">
      <dsp:nvSpPr>
        <dsp:cNvPr id="0" name=""/>
        <dsp:cNvSpPr/>
      </dsp:nvSpPr>
      <dsp:spPr>
        <a:xfrm>
          <a:off x="0" y="3576472"/>
          <a:ext cx="7159752" cy="95253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B9F6C9-9C5B-47AB-A9E9-CA94ECA43585}">
      <dsp:nvSpPr>
        <dsp:cNvPr id="0" name=""/>
        <dsp:cNvSpPr/>
      </dsp:nvSpPr>
      <dsp:spPr>
        <a:xfrm>
          <a:off x="288141" y="3790792"/>
          <a:ext cx="523893" cy="52389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50AECF-F2BE-4416-8B0E-C87B6DDD9955}">
      <dsp:nvSpPr>
        <dsp:cNvPr id="0" name=""/>
        <dsp:cNvSpPr/>
      </dsp:nvSpPr>
      <dsp:spPr>
        <a:xfrm>
          <a:off x="1100176" y="3576472"/>
          <a:ext cx="6059575" cy="9525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810" tIns="100810" rIns="100810" bIns="10081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Project Cost: Financial, Technical. Legal and Ethical compliance</a:t>
          </a:r>
        </a:p>
      </dsp:txBody>
      <dsp:txXfrm>
        <a:off x="1100176" y="3576472"/>
        <a:ext cx="6059575" cy="952533"/>
      </dsp:txXfrm>
    </dsp:sp>
    <dsp:sp modelId="{36F479B0-0D9A-45B0-A619-6503639ED3C7}">
      <dsp:nvSpPr>
        <dsp:cNvPr id="0" name=""/>
        <dsp:cNvSpPr/>
      </dsp:nvSpPr>
      <dsp:spPr>
        <a:xfrm>
          <a:off x="0" y="4767138"/>
          <a:ext cx="7159752" cy="952533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38D235-7861-4698-9FC3-4B445F4C6A2C}">
      <dsp:nvSpPr>
        <dsp:cNvPr id="0" name=""/>
        <dsp:cNvSpPr/>
      </dsp:nvSpPr>
      <dsp:spPr>
        <a:xfrm>
          <a:off x="288141" y="4981458"/>
          <a:ext cx="523893" cy="523893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56CC2C-AD30-4F29-AE4E-DE015755DE72}">
      <dsp:nvSpPr>
        <dsp:cNvPr id="0" name=""/>
        <dsp:cNvSpPr/>
      </dsp:nvSpPr>
      <dsp:spPr>
        <a:xfrm>
          <a:off x="1100176" y="4767138"/>
          <a:ext cx="6059575" cy="9525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810" tIns="100810" rIns="100810" bIns="10081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ROI</a:t>
          </a:r>
        </a:p>
      </dsp:txBody>
      <dsp:txXfrm>
        <a:off x="1100176" y="4767138"/>
        <a:ext cx="6059575" cy="95253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4407C4-89B4-44A4-BF11-DE7538D379A5}">
      <dsp:nvSpPr>
        <dsp:cNvPr id="0" name=""/>
        <dsp:cNvSpPr/>
      </dsp:nvSpPr>
      <dsp:spPr>
        <a:xfrm>
          <a:off x="0" y="0"/>
          <a:ext cx="3403241" cy="3508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/>
            <a:t>User Empowerment</a:t>
          </a:r>
        </a:p>
      </dsp:txBody>
      <dsp:txXfrm>
        <a:off x="0" y="0"/>
        <a:ext cx="3403241" cy="350828"/>
      </dsp:txXfrm>
    </dsp:sp>
    <dsp:sp modelId="{9CDA3599-E0DF-4983-A7CA-EA59D885157F}">
      <dsp:nvSpPr>
        <dsp:cNvPr id="0" name=""/>
        <dsp:cNvSpPr/>
      </dsp:nvSpPr>
      <dsp:spPr>
        <a:xfrm>
          <a:off x="0" y="350828"/>
          <a:ext cx="3403241" cy="242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 well-designed app makes shopping easy and enjoyable, increasing user empowerment and satisfaction.</a:t>
          </a:r>
        </a:p>
      </dsp:txBody>
      <dsp:txXfrm>
        <a:off x="0" y="350828"/>
        <a:ext cx="3403241" cy="2423904"/>
      </dsp:txXfrm>
    </dsp:sp>
    <dsp:sp modelId="{77B36B6D-26D6-4855-8FDE-2D45A1D7241E}">
      <dsp:nvSpPr>
        <dsp:cNvPr id="0" name=""/>
        <dsp:cNvSpPr/>
      </dsp:nvSpPr>
      <dsp:spPr>
        <a:xfrm>
          <a:off x="3743566" y="0"/>
          <a:ext cx="3403241" cy="3508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/>
            <a:t>Enhanced Customer Loyalty</a:t>
          </a:r>
        </a:p>
      </dsp:txBody>
      <dsp:txXfrm>
        <a:off x="3743566" y="0"/>
        <a:ext cx="3403241" cy="350828"/>
      </dsp:txXfrm>
    </dsp:sp>
    <dsp:sp modelId="{90D06E32-9421-4453-8269-1BEB2881F8F0}">
      <dsp:nvSpPr>
        <dsp:cNvPr id="0" name=""/>
        <dsp:cNvSpPr/>
      </dsp:nvSpPr>
      <dsp:spPr>
        <a:xfrm>
          <a:off x="3743566" y="350828"/>
          <a:ext cx="3403241" cy="242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Effortless shopping experiences boost customer loyalty and repeat business for fashion companies.</a:t>
          </a:r>
        </a:p>
      </dsp:txBody>
      <dsp:txXfrm>
        <a:off x="3743566" y="350828"/>
        <a:ext cx="3403241" cy="2423904"/>
      </dsp:txXfrm>
    </dsp:sp>
    <dsp:sp modelId="{5D8576D0-632B-4AA0-B361-AF10CAC95C5B}">
      <dsp:nvSpPr>
        <dsp:cNvPr id="0" name=""/>
        <dsp:cNvSpPr/>
      </dsp:nvSpPr>
      <dsp:spPr>
        <a:xfrm>
          <a:off x="7487132" y="0"/>
          <a:ext cx="3403241" cy="3508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/>
            <a:t>Competitive Market Success</a:t>
          </a:r>
        </a:p>
      </dsp:txBody>
      <dsp:txXfrm>
        <a:off x="7487132" y="0"/>
        <a:ext cx="3403241" cy="350828"/>
      </dsp:txXfrm>
    </dsp:sp>
    <dsp:sp modelId="{D6D69A55-B94F-498E-93DF-ED10CBA9C2A2}">
      <dsp:nvSpPr>
        <dsp:cNvPr id="0" name=""/>
        <dsp:cNvSpPr/>
      </dsp:nvSpPr>
      <dsp:spPr>
        <a:xfrm>
          <a:off x="7487132" y="350828"/>
          <a:ext cx="3403241" cy="242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Focusing on user-friendly features allows fashion companies to thrive in a competitive marketplace.</a:t>
          </a:r>
        </a:p>
      </dsp:txBody>
      <dsp:txXfrm>
        <a:off x="7487132" y="350828"/>
        <a:ext cx="3403241" cy="24239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A9222C-D0E8-4C9E-962C-98B833B2A5E7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45F65-F27E-456C-94A2-24CAE447AE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696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C9894C-B292-414B-A65F-15D78D2C0E4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857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C9894C-B292-414B-A65F-15D78D2C0E4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0227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C9894C-B292-414B-A65F-15D78D2C0E4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602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172" y="3425399"/>
            <a:ext cx="7685140" cy="2621154"/>
          </a:xfrm>
        </p:spPr>
        <p:txBody>
          <a:bodyPr anchor="b">
            <a:noAutofit/>
          </a:bodyPr>
          <a:lstStyle>
            <a:lvl1pPr algn="l">
              <a:defRPr sz="72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172" y="415057"/>
            <a:ext cx="7685139" cy="1414091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4EF954-66B1-4168-AF40-97F3DAF43FC4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217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26233410-150A-4A72-BF63-6D3ACBC3014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718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91AF1D09-6B76-4716-AD3D-9F53166D3BF5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24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293302"/>
            <a:ext cx="11125032" cy="96510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2" y="1384847"/>
            <a:ext cx="11125032" cy="49051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4578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9E06FED-92D3-C4D6-28D7-600D842F7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1733150" cy="5135804"/>
          </a:xfrm>
          <a:custGeom>
            <a:avLst/>
            <a:gdLst>
              <a:gd name="connsiteX0" fmla="*/ 0 w 11733150"/>
              <a:gd name="connsiteY0" fmla="*/ 0 h 5135804"/>
              <a:gd name="connsiteX1" fmla="*/ 11733150 w 11733150"/>
              <a:gd name="connsiteY1" fmla="*/ 0 h 5135804"/>
              <a:gd name="connsiteX2" fmla="*/ 11733150 w 11733150"/>
              <a:gd name="connsiteY2" fmla="*/ 4533808 h 5135804"/>
              <a:gd name="connsiteX3" fmla="*/ 11131154 w 11733150"/>
              <a:gd name="connsiteY3" fmla="*/ 5135804 h 5135804"/>
              <a:gd name="connsiteX4" fmla="*/ 0 w 11733150"/>
              <a:gd name="connsiteY4" fmla="*/ 5135804 h 5135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5135804">
                <a:moveTo>
                  <a:pt x="0" y="0"/>
                </a:moveTo>
                <a:lnTo>
                  <a:pt x="11733150" y="0"/>
                </a:lnTo>
                <a:lnTo>
                  <a:pt x="11733150" y="4533808"/>
                </a:lnTo>
                <a:cubicBezTo>
                  <a:pt x="11733150" y="4866281"/>
                  <a:pt x="11463627" y="5135804"/>
                  <a:pt x="11131154" y="5135804"/>
                </a:cubicBezTo>
                <a:lnTo>
                  <a:pt x="0" y="51358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8C13480A-5F85-4A30-80F2-F92581C6474C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 vert="horz" lIns="91440" tIns="45720" rIns="91440" bIns="45720" rtlCol="0" anchor="ctr"/>
          <a:lstStyle>
            <a:lvl1pPr>
              <a:defRPr lang="en-US" smtClean="0"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5450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anchor="t">
            <a:normAutofit/>
          </a:bodyPr>
          <a:lstStyle>
            <a:lvl1pPr algn="l">
              <a:defRPr sz="5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3D161DAC-42AF-C3D9-37A1-04B90F30DE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6160" y="0"/>
            <a:ext cx="6605841" cy="6399152"/>
          </a:xfrm>
          <a:custGeom>
            <a:avLst/>
            <a:gdLst>
              <a:gd name="connsiteX0" fmla="*/ 0 w 6605841"/>
              <a:gd name="connsiteY0" fmla="*/ 0 h 6399152"/>
              <a:gd name="connsiteX1" fmla="*/ 6605841 w 6605841"/>
              <a:gd name="connsiteY1" fmla="*/ 0 h 6399152"/>
              <a:gd name="connsiteX2" fmla="*/ 6605841 w 6605841"/>
              <a:gd name="connsiteY2" fmla="*/ 6399152 h 6399152"/>
              <a:gd name="connsiteX3" fmla="*/ 601995 w 6605841"/>
              <a:gd name="connsiteY3" fmla="*/ 6399152 h 6399152"/>
              <a:gd name="connsiteX4" fmla="*/ 0 w 6605841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5841" h="6399152">
                <a:moveTo>
                  <a:pt x="0" y="0"/>
                </a:moveTo>
                <a:lnTo>
                  <a:pt x="6605841" y="0"/>
                </a:lnTo>
                <a:lnTo>
                  <a:pt x="6605841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2BF18D3-87BE-4A2D-AD2C-B21E415FD900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9030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anchor="t">
            <a:normAutofit/>
          </a:bodyPr>
          <a:lstStyle>
            <a:lvl1pPr algn="l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DEE3B02A-3B83-3083-3F07-26E25C6C13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7248" y="0"/>
            <a:ext cx="5674753" cy="6399152"/>
          </a:xfrm>
          <a:custGeom>
            <a:avLst/>
            <a:gdLst>
              <a:gd name="connsiteX0" fmla="*/ 0 w 5674753"/>
              <a:gd name="connsiteY0" fmla="*/ 0 h 6399152"/>
              <a:gd name="connsiteX1" fmla="*/ 5674753 w 5674753"/>
              <a:gd name="connsiteY1" fmla="*/ 0 h 6399152"/>
              <a:gd name="connsiteX2" fmla="*/ 5674753 w 5674753"/>
              <a:gd name="connsiteY2" fmla="*/ 6399152 h 6399152"/>
              <a:gd name="connsiteX3" fmla="*/ 601996 w 5674753"/>
              <a:gd name="connsiteY3" fmla="*/ 6399152 h 6399152"/>
              <a:gd name="connsiteX4" fmla="*/ 0 w 5674753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4753" h="6399152">
                <a:moveTo>
                  <a:pt x="0" y="0"/>
                </a:moveTo>
                <a:lnTo>
                  <a:pt x="5674753" y="0"/>
                </a:lnTo>
                <a:lnTo>
                  <a:pt x="5674753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73F0B94E-0195-4FC9-AEFD-CCBB878ACEDF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1684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anchor="t">
            <a:normAutofit/>
          </a:bodyPr>
          <a:lstStyle>
            <a:lvl1pPr algn="l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1D6AB98B-BD95-F9FC-BB22-1A89B6EE3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04503" cy="6399152"/>
          </a:xfrm>
          <a:custGeom>
            <a:avLst/>
            <a:gdLst>
              <a:gd name="connsiteX0" fmla="*/ 0 w 6604503"/>
              <a:gd name="connsiteY0" fmla="*/ 0 h 6399152"/>
              <a:gd name="connsiteX1" fmla="*/ 6604503 w 6604503"/>
              <a:gd name="connsiteY1" fmla="*/ 0 h 6399152"/>
              <a:gd name="connsiteX2" fmla="*/ 6604503 w 6604503"/>
              <a:gd name="connsiteY2" fmla="*/ 5797156 h 6399152"/>
              <a:gd name="connsiteX3" fmla="*/ 6002507 w 6604503"/>
              <a:gd name="connsiteY3" fmla="*/ 6399152 h 6399152"/>
              <a:gd name="connsiteX4" fmla="*/ 0 w 6604503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4503" h="6399152">
                <a:moveTo>
                  <a:pt x="0" y="0"/>
                </a:moveTo>
                <a:lnTo>
                  <a:pt x="6604503" y="0"/>
                </a:lnTo>
                <a:lnTo>
                  <a:pt x="6604503" y="5797156"/>
                </a:lnTo>
                <a:cubicBezTo>
                  <a:pt x="6604503" y="6129629"/>
                  <a:pt x="6334980" y="6399152"/>
                  <a:pt x="6002507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B0F68CC-6BDD-49E7-8971-97164A4B1FA2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3022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lphaLcPeriod"/>
              <a:defRPr lang="en-US" dirty="0"/>
            </a:lvl2pPr>
            <a:lvl3pPr marL="800100" indent="-342900">
              <a:buFont typeface="+mj-lt"/>
              <a:buAutoNum type="romanLcPeriod"/>
              <a:defRPr lang="en-US" dirty="0"/>
            </a:lvl3pPr>
            <a:lvl4pPr marL="914400" indent="-228600">
              <a:buFont typeface="+mj-lt"/>
              <a:buAutoNum type="arabicParenR"/>
              <a:defRPr lang="en-US" dirty="0"/>
            </a:lvl4pPr>
            <a:lvl5pPr marL="1143000" indent="-228600">
              <a:buFont typeface="+mj-lt"/>
              <a:buAutoNum type="alphaLcParenR"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4D5D5-F2FF-4BCB-BACC-FA9A736697CB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37970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006" y="998230"/>
            <a:ext cx="3951469" cy="1947672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D60ACDC-1760-F721-E270-0D2FC4872D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002464" cy="6399152"/>
          </a:xfrm>
          <a:custGeom>
            <a:avLst/>
            <a:gdLst>
              <a:gd name="connsiteX0" fmla="*/ 0 w 7002464"/>
              <a:gd name="connsiteY0" fmla="*/ 0 h 6399152"/>
              <a:gd name="connsiteX1" fmla="*/ 7002464 w 7002464"/>
              <a:gd name="connsiteY1" fmla="*/ 0 h 6399152"/>
              <a:gd name="connsiteX2" fmla="*/ 7002464 w 7002464"/>
              <a:gd name="connsiteY2" fmla="*/ 5797156 h 6399152"/>
              <a:gd name="connsiteX3" fmla="*/ 6400468 w 7002464"/>
              <a:gd name="connsiteY3" fmla="*/ 6399152 h 6399152"/>
              <a:gd name="connsiteX4" fmla="*/ 0 w 7002464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02464" h="6399152">
                <a:moveTo>
                  <a:pt x="0" y="0"/>
                </a:moveTo>
                <a:lnTo>
                  <a:pt x="7002464" y="0"/>
                </a:lnTo>
                <a:lnTo>
                  <a:pt x="7002464" y="5797156"/>
                </a:lnTo>
                <a:cubicBezTo>
                  <a:pt x="7002464" y="6129629"/>
                  <a:pt x="6732941" y="6399152"/>
                  <a:pt x="6400468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1007" y="3099815"/>
            <a:ext cx="3951469" cy="3084599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lphaLcPeriod"/>
              <a:defRPr sz="1600"/>
            </a:lvl2pPr>
            <a:lvl3pPr marL="800100" indent="-342900">
              <a:buFont typeface="+mj-lt"/>
              <a:buAutoNum type="romanLcPeriod"/>
              <a:defRPr sz="1400"/>
            </a:lvl3pPr>
            <a:lvl4pPr marL="914400" indent="-228600">
              <a:buFont typeface="+mj-lt"/>
              <a:buAutoNum type="arabicParenR"/>
              <a:defRPr sz="1200"/>
            </a:lvl4pPr>
            <a:lvl5pPr marL="1143000" indent="-228600">
              <a:buFont typeface="+mj-lt"/>
              <a:buAutoNum type="alphaLcParenR"/>
              <a:defRPr sz="11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747D10D-DAA6-49BD-BCDC-42DE71F72A89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9759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47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Click to edit Master text styles</a:t>
            </a:r>
          </a:p>
          <a:p>
            <a:pPr marL="4572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Second level</a:t>
            </a:r>
          </a:p>
          <a:p>
            <a:pPr marL="6858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Third level</a:t>
            </a:r>
          </a:p>
          <a:p>
            <a:pPr marL="9144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Fourth level</a:t>
            </a:r>
          </a:p>
          <a:p>
            <a:pPr marL="11430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9C55D-C47D-42B9-AD20-3E2CCE08596C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660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A44AD-1FB0-4882-B380-D102D5E41B49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0558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1FD0E9-BB2A-40F4-9FCA-339953EA9BCB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6436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79"/>
            <a:ext cx="4032505" cy="362102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715"/>
            <a:ext cx="5968098" cy="5719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DCE86-7B4C-43EC-801D-4B957536C306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94285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3FCD9-BE24-4676-9D2E-63D9ED82EDA2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6787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29450"/>
            <a:ext cx="11924209" cy="6199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290A-121B-47D5-B4CD-63E70D76A5D5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21123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E823DF8-AABE-3B17-254E-81CD7CA2B5B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A58D8-7EDF-40A6-A98C-8CBDF59A319E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017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6F26914B-7405-10AB-A859-8165D7B1A9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"/>
            <a:ext cx="6591300" cy="6410303"/>
          </a:xfrm>
          <a:custGeom>
            <a:avLst/>
            <a:gdLst>
              <a:gd name="connsiteX0" fmla="*/ 0 w 6591300"/>
              <a:gd name="connsiteY0" fmla="*/ 0 h 6410303"/>
              <a:gd name="connsiteX1" fmla="*/ 6591300 w 6591300"/>
              <a:gd name="connsiteY1" fmla="*/ 0 h 6410303"/>
              <a:gd name="connsiteX2" fmla="*/ 6591300 w 6591300"/>
              <a:gd name="connsiteY2" fmla="*/ 5807073 h 6410303"/>
              <a:gd name="connsiteX3" fmla="*/ 5988070 w 6591300"/>
              <a:gd name="connsiteY3" fmla="*/ 6410303 h 6410303"/>
              <a:gd name="connsiteX4" fmla="*/ 0 w 6591300"/>
              <a:gd name="connsiteY4" fmla="*/ 6410303 h 641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410303">
                <a:moveTo>
                  <a:pt x="0" y="0"/>
                </a:moveTo>
                <a:lnTo>
                  <a:pt x="6591300" y="0"/>
                </a:lnTo>
                <a:lnTo>
                  <a:pt x="6591300" y="5807073"/>
                </a:lnTo>
                <a:cubicBezTo>
                  <a:pt x="6591300" y="6140228"/>
                  <a:pt x="6321225" y="6410303"/>
                  <a:pt x="5988070" y="6410303"/>
                </a:cubicBezTo>
                <a:lnTo>
                  <a:pt x="0" y="6410303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DF7C3E-B5DF-4043-B2F9-CD94B277B81B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53006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58FA1BA0-D099-705F-F85E-3FBC782F76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4F04B89-F088-43E2-8F95-5A2E5E9F612E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1824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44EE1A0-D83B-FE6C-4495-F55C5070D5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0FCFF8D-E3E3-4D6C-85D1-1D24204FD961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33380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696DEB7-ADC8-3E90-7A63-F11D6535D0E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3806246"/>
          </a:xfrm>
          <a:custGeom>
            <a:avLst/>
            <a:gdLst>
              <a:gd name="connsiteX0" fmla="*/ 0 w 11733150"/>
              <a:gd name="connsiteY0" fmla="*/ 0 h 3806246"/>
              <a:gd name="connsiteX1" fmla="*/ 11733150 w 11733150"/>
              <a:gd name="connsiteY1" fmla="*/ 0 h 3806246"/>
              <a:gd name="connsiteX2" fmla="*/ 11733150 w 11733150"/>
              <a:gd name="connsiteY2" fmla="*/ 3204250 h 3806246"/>
              <a:gd name="connsiteX3" fmla="*/ 11131154 w 11733150"/>
              <a:gd name="connsiteY3" fmla="*/ 3806246 h 3806246"/>
              <a:gd name="connsiteX4" fmla="*/ 0 w 11733150"/>
              <a:gd name="connsiteY4" fmla="*/ 3806246 h 380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3806246">
                <a:moveTo>
                  <a:pt x="0" y="0"/>
                </a:moveTo>
                <a:lnTo>
                  <a:pt x="11733150" y="0"/>
                </a:lnTo>
                <a:lnTo>
                  <a:pt x="11733150" y="3204250"/>
                </a:lnTo>
                <a:cubicBezTo>
                  <a:pt x="11733150" y="3536723"/>
                  <a:pt x="11463627" y="3806246"/>
                  <a:pt x="11131154" y="3806246"/>
                </a:cubicBezTo>
                <a:lnTo>
                  <a:pt x="0" y="380624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9AD81-0F74-4052-9D15-1FCBE10FF531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9646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0558516-7088-BB33-D6DC-15ED4C60CBA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60" y="3067414"/>
            <a:ext cx="11750040" cy="3790586"/>
          </a:xfrm>
          <a:custGeom>
            <a:avLst/>
            <a:gdLst>
              <a:gd name="connsiteX0" fmla="*/ 603695 w 11750040"/>
              <a:gd name="connsiteY0" fmla="*/ 0 h 3790586"/>
              <a:gd name="connsiteX1" fmla="*/ 11750040 w 11750040"/>
              <a:gd name="connsiteY1" fmla="*/ 0 h 3790586"/>
              <a:gd name="connsiteX2" fmla="*/ 11750040 w 11750040"/>
              <a:gd name="connsiteY2" fmla="*/ 3790586 h 3790586"/>
              <a:gd name="connsiteX3" fmla="*/ 0 w 11750040"/>
              <a:gd name="connsiteY3" fmla="*/ 3790586 h 3790586"/>
              <a:gd name="connsiteX4" fmla="*/ 0 w 11750040"/>
              <a:gd name="connsiteY4" fmla="*/ 603695 h 3790586"/>
              <a:gd name="connsiteX5" fmla="*/ 603695 w 11750040"/>
              <a:gd name="connsiteY5" fmla="*/ 0 h 3790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50040" h="3790586">
                <a:moveTo>
                  <a:pt x="603695" y="0"/>
                </a:moveTo>
                <a:lnTo>
                  <a:pt x="11750040" y="0"/>
                </a:lnTo>
                <a:lnTo>
                  <a:pt x="11750040" y="3790586"/>
                </a:lnTo>
                <a:lnTo>
                  <a:pt x="0" y="3790586"/>
                </a:lnTo>
                <a:lnTo>
                  <a:pt x="0" y="603695"/>
                </a:lnTo>
                <a:cubicBezTo>
                  <a:pt x="0" y="270283"/>
                  <a:pt x="270283" y="0"/>
                  <a:pt x="603695" y="0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40460"/>
            <a:ext cx="3494314" cy="338328"/>
          </a:xfrm>
        </p:spPr>
        <p:txBody>
          <a:bodyPr/>
          <a:lstStyle/>
          <a:p>
            <a:fld id="{58567813-D47B-4BA9-A366-45E7794B660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40460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40460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6995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073E866-A871-62F7-1E54-F2A44278F8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628650" indent="-171450">
              <a:buFont typeface="Arial" panose="020B0604020202020204" pitchFamily="34" charset="0"/>
              <a:buChar char="•"/>
              <a:defRPr sz="1200"/>
            </a:lvl3pPr>
            <a:lvl4pPr marL="857250" indent="-171450">
              <a:buFont typeface="Arial" panose="020B0604020202020204" pitchFamily="34" charset="0"/>
              <a:buChar char="•"/>
              <a:defRPr sz="1100"/>
            </a:lvl4pPr>
            <a:lvl5pPr marL="1085850" indent="-171450">
              <a:buFont typeface="Arial" panose="020B0604020202020204" pitchFamily="34" charset="0"/>
              <a:buChar char="•"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3C75A4F-7395-44C0-9A76-83F0F6EA512A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48351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200"/>
            </a:lvl2pPr>
            <a:lvl3pPr marL="457200" indent="0">
              <a:buFont typeface="Arial" panose="020B0604020202020204" pitchFamily="34" charset="0"/>
              <a:buNone/>
              <a:defRPr sz="1100"/>
            </a:lvl3pPr>
            <a:lvl4pPr marL="685800" indent="0">
              <a:buFont typeface="Arial" panose="020B0604020202020204" pitchFamily="34" charset="0"/>
              <a:buNone/>
              <a:defRPr sz="1050"/>
            </a:lvl4pPr>
            <a:lvl5pPr marL="9144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15B30A2-D0D1-DED2-1133-A673CEA16A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4724868"/>
          </a:xfrm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EEDCC-520A-464B-900A-5F7E0E1FFC43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23209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1AB8ED2-AD91-CB22-5624-BD41AB32529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844052" cy="6399152"/>
          </a:xfrm>
          <a:custGeom>
            <a:avLst/>
            <a:gdLst>
              <a:gd name="connsiteX0" fmla="*/ 0 w 4844052"/>
              <a:gd name="connsiteY0" fmla="*/ 0 h 6399152"/>
              <a:gd name="connsiteX1" fmla="*/ 4844052 w 4844052"/>
              <a:gd name="connsiteY1" fmla="*/ 0 h 6399152"/>
              <a:gd name="connsiteX2" fmla="*/ 4844052 w 4844052"/>
              <a:gd name="connsiteY2" fmla="*/ 5795922 h 6399152"/>
              <a:gd name="connsiteX3" fmla="*/ 4240822 w 4844052"/>
              <a:gd name="connsiteY3" fmla="*/ 6399152 h 6399152"/>
              <a:gd name="connsiteX4" fmla="*/ 0 w 4844052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44052" h="6399152">
                <a:moveTo>
                  <a:pt x="0" y="0"/>
                </a:moveTo>
                <a:lnTo>
                  <a:pt x="4844052" y="0"/>
                </a:lnTo>
                <a:lnTo>
                  <a:pt x="4844052" y="5795922"/>
                </a:lnTo>
                <a:cubicBezTo>
                  <a:pt x="4844052" y="6129077"/>
                  <a:pt x="4573977" y="6399152"/>
                  <a:pt x="4240822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6C1D43-E95A-44CE-BF39-AC264176BC74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015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D436AA50-FCF9-9A32-68F8-A124C794908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353304" y="0"/>
            <a:ext cx="4838696" cy="6399152"/>
          </a:xfrm>
          <a:custGeom>
            <a:avLst/>
            <a:gdLst>
              <a:gd name="connsiteX0" fmla="*/ 0 w 4838696"/>
              <a:gd name="connsiteY0" fmla="*/ 0 h 6399152"/>
              <a:gd name="connsiteX1" fmla="*/ 4838696 w 4838696"/>
              <a:gd name="connsiteY1" fmla="*/ 0 h 6399152"/>
              <a:gd name="connsiteX2" fmla="*/ 4838696 w 4838696"/>
              <a:gd name="connsiteY2" fmla="*/ 6399152 h 6399152"/>
              <a:gd name="connsiteX3" fmla="*/ 603230 w 4838696"/>
              <a:gd name="connsiteY3" fmla="*/ 6399152 h 6399152"/>
              <a:gd name="connsiteX4" fmla="*/ 0 w 4838696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8696" h="6399152">
                <a:moveTo>
                  <a:pt x="0" y="0"/>
                </a:moveTo>
                <a:lnTo>
                  <a:pt x="4838696" y="0"/>
                </a:lnTo>
                <a:lnTo>
                  <a:pt x="4838696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395D-714C-468A-B505-16E3BDC41D6C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65983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B8A8E1B-B99E-8C69-154E-2FAADB07D5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591300" cy="6399152"/>
          </a:xfrm>
          <a:custGeom>
            <a:avLst/>
            <a:gdLst>
              <a:gd name="connsiteX0" fmla="*/ 0 w 6591300"/>
              <a:gd name="connsiteY0" fmla="*/ 0 h 6399152"/>
              <a:gd name="connsiteX1" fmla="*/ 6591300 w 6591300"/>
              <a:gd name="connsiteY1" fmla="*/ 0 h 6399152"/>
              <a:gd name="connsiteX2" fmla="*/ 6591300 w 6591300"/>
              <a:gd name="connsiteY2" fmla="*/ 5797156 h 6399152"/>
              <a:gd name="connsiteX3" fmla="*/ 5989304 w 6591300"/>
              <a:gd name="connsiteY3" fmla="*/ 6399152 h 6399152"/>
              <a:gd name="connsiteX4" fmla="*/ 0 w 6591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399152">
                <a:moveTo>
                  <a:pt x="0" y="0"/>
                </a:moveTo>
                <a:lnTo>
                  <a:pt x="6591300" y="0"/>
                </a:lnTo>
                <a:lnTo>
                  <a:pt x="6591300" y="5797156"/>
                </a:lnTo>
                <a:cubicBezTo>
                  <a:pt x="6591300" y="6129629"/>
                  <a:pt x="6321777" y="6399152"/>
                  <a:pt x="5989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009D615-5030-44BE-B1E7-FCAF557FFC34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40588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BD82EEA-7278-1A73-C95C-473F75B5404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3" y="0"/>
            <a:ext cx="6454407" cy="6399152"/>
          </a:xfrm>
          <a:custGeom>
            <a:avLst/>
            <a:gdLst>
              <a:gd name="connsiteX0" fmla="*/ 0 w 6454407"/>
              <a:gd name="connsiteY0" fmla="*/ 0 h 6399152"/>
              <a:gd name="connsiteX1" fmla="*/ 6454407 w 6454407"/>
              <a:gd name="connsiteY1" fmla="*/ 0 h 6399152"/>
              <a:gd name="connsiteX2" fmla="*/ 6454407 w 6454407"/>
              <a:gd name="connsiteY2" fmla="*/ 6399152 h 6399152"/>
              <a:gd name="connsiteX3" fmla="*/ 601996 w 6454407"/>
              <a:gd name="connsiteY3" fmla="*/ 6399152 h 6399152"/>
              <a:gd name="connsiteX4" fmla="*/ 0 w 6454407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7" h="6399152">
                <a:moveTo>
                  <a:pt x="0" y="0"/>
                </a:moveTo>
                <a:lnTo>
                  <a:pt x="6454407" y="0"/>
                </a:lnTo>
                <a:lnTo>
                  <a:pt x="6454407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D8DDD-BB5E-4F5B-81F2-5E5F98B403C0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34318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22D85-D675-737B-9F54-B9D7FC8191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828800"/>
            <a:ext cx="6707699" cy="5029200"/>
          </a:xfrm>
          <a:custGeom>
            <a:avLst/>
            <a:gdLst>
              <a:gd name="connsiteX0" fmla="*/ 0 w 6707699"/>
              <a:gd name="connsiteY0" fmla="*/ 0 h 5029200"/>
              <a:gd name="connsiteX1" fmla="*/ 6129259 w 6707699"/>
              <a:gd name="connsiteY1" fmla="*/ 0 h 5029200"/>
              <a:gd name="connsiteX2" fmla="*/ 6707699 w 6707699"/>
              <a:gd name="connsiteY2" fmla="*/ 578440 h 5029200"/>
              <a:gd name="connsiteX3" fmla="*/ 6707699 w 6707699"/>
              <a:gd name="connsiteY3" fmla="*/ 5029200 h 5029200"/>
              <a:gd name="connsiteX4" fmla="*/ 0 w 6707699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07699" h="5029200">
                <a:moveTo>
                  <a:pt x="0" y="0"/>
                </a:moveTo>
                <a:lnTo>
                  <a:pt x="6129259" y="0"/>
                </a:lnTo>
                <a:cubicBezTo>
                  <a:pt x="6448723" y="0"/>
                  <a:pt x="6707699" y="258976"/>
                  <a:pt x="6707699" y="578440"/>
                </a:cubicBezTo>
                <a:lnTo>
                  <a:pt x="6707699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89302" y="1828800"/>
            <a:ext cx="4196146" cy="450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9302" y="6492240"/>
            <a:ext cx="1280160" cy="338328"/>
          </a:xfrm>
        </p:spPr>
        <p:txBody>
          <a:bodyPr/>
          <a:lstStyle/>
          <a:p>
            <a:fld id="{083588C5-4E32-4E6E-80AB-32A6125C957F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462" y="6492240"/>
            <a:ext cx="288855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4874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1B32E518-8213-A79A-7E36-BA4D782F8ED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147926" cy="6399152"/>
          </a:xfrm>
          <a:custGeom>
            <a:avLst/>
            <a:gdLst>
              <a:gd name="connsiteX0" fmla="*/ 0 w 4147926"/>
              <a:gd name="connsiteY0" fmla="*/ 0 h 6399152"/>
              <a:gd name="connsiteX1" fmla="*/ 4147926 w 4147926"/>
              <a:gd name="connsiteY1" fmla="*/ 0 h 6399152"/>
              <a:gd name="connsiteX2" fmla="*/ 4147926 w 4147926"/>
              <a:gd name="connsiteY2" fmla="*/ 5795922 h 6399152"/>
              <a:gd name="connsiteX3" fmla="*/ 3544696 w 4147926"/>
              <a:gd name="connsiteY3" fmla="*/ 6399152 h 6399152"/>
              <a:gd name="connsiteX4" fmla="*/ 0 w 4147926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926" h="6399152">
                <a:moveTo>
                  <a:pt x="0" y="0"/>
                </a:moveTo>
                <a:lnTo>
                  <a:pt x="4147926" y="0"/>
                </a:lnTo>
                <a:lnTo>
                  <a:pt x="4147926" y="5795922"/>
                </a:lnTo>
                <a:cubicBezTo>
                  <a:pt x="4147926" y="6129077"/>
                  <a:pt x="3877851" y="6399152"/>
                  <a:pt x="3544696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37EAFE-6A88-4B1F-9ABC-CA3CFB830DD6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581340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2444857-0BC3-ACAE-DBB1-5D530AA35E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46768" y="0"/>
            <a:ext cx="4145232" cy="639915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70683-5F2F-44F3-8B59-45258C4FD45A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0397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202BC3A-8633-9F03-1586-99447DA1CF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6"/>
            <a:ext cx="5285232" cy="4564504"/>
          </a:xfrm>
          <a:custGeom>
            <a:avLst/>
            <a:gdLst>
              <a:gd name="connsiteX0" fmla="*/ 0 w 5285232"/>
              <a:gd name="connsiteY0" fmla="*/ 0 h 4564504"/>
              <a:gd name="connsiteX1" fmla="*/ 4706792 w 5285232"/>
              <a:gd name="connsiteY1" fmla="*/ 0 h 4564504"/>
              <a:gd name="connsiteX2" fmla="*/ 5285232 w 5285232"/>
              <a:gd name="connsiteY2" fmla="*/ 578440 h 4564504"/>
              <a:gd name="connsiteX3" fmla="*/ 5285232 w 5285232"/>
              <a:gd name="connsiteY3" fmla="*/ 4564504 h 4564504"/>
              <a:gd name="connsiteX4" fmla="*/ 0 w 5285232"/>
              <a:gd name="connsiteY4" fmla="*/ 4564504 h 45645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5232" h="4564504">
                <a:moveTo>
                  <a:pt x="0" y="0"/>
                </a:moveTo>
                <a:lnTo>
                  <a:pt x="4706792" y="0"/>
                </a:lnTo>
                <a:cubicBezTo>
                  <a:pt x="5026256" y="0"/>
                  <a:pt x="5285232" y="258976"/>
                  <a:pt x="5285232" y="578440"/>
                </a:cubicBezTo>
                <a:lnTo>
                  <a:pt x="5285232" y="4564504"/>
                </a:lnTo>
                <a:lnTo>
                  <a:pt x="0" y="45645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/>
          <a:lstStyle/>
          <a:p>
            <a:fld id="{813EDC87-0EBE-4D2E-8804-E5F0EDA0B797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44898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211327B-3880-6494-1C8F-EEE1BF913B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4"/>
            <a:ext cx="4176819" cy="4564506"/>
          </a:xfrm>
          <a:custGeom>
            <a:avLst/>
            <a:gdLst>
              <a:gd name="connsiteX0" fmla="*/ 0 w 4176819"/>
              <a:gd name="connsiteY0" fmla="*/ 0 h 4564506"/>
              <a:gd name="connsiteX1" fmla="*/ 3598379 w 4176819"/>
              <a:gd name="connsiteY1" fmla="*/ 0 h 4564506"/>
              <a:gd name="connsiteX2" fmla="*/ 4176819 w 4176819"/>
              <a:gd name="connsiteY2" fmla="*/ 578440 h 4564506"/>
              <a:gd name="connsiteX3" fmla="*/ 4176819 w 4176819"/>
              <a:gd name="connsiteY3" fmla="*/ 4564506 h 4564506"/>
              <a:gd name="connsiteX4" fmla="*/ 0 w 4176819"/>
              <a:gd name="connsiteY4" fmla="*/ 4564506 h 4564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6819" h="4564506">
                <a:moveTo>
                  <a:pt x="0" y="0"/>
                </a:moveTo>
                <a:lnTo>
                  <a:pt x="3598379" y="0"/>
                </a:lnTo>
                <a:cubicBezTo>
                  <a:pt x="3917843" y="0"/>
                  <a:pt x="4176819" y="258976"/>
                  <a:pt x="4176819" y="578440"/>
                </a:cubicBezTo>
                <a:lnTo>
                  <a:pt x="4176819" y="4564506"/>
                </a:lnTo>
                <a:lnTo>
                  <a:pt x="0" y="456450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/>
          <a:lstStyle/>
          <a:p>
            <a:fld id="{51CF56A9-FD41-47F4-80A0-DA74EEEC2541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14961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76" y="603504"/>
            <a:ext cx="11201400" cy="4206240"/>
          </a:xfrm>
        </p:spPr>
        <p:txBody>
          <a:bodyPr>
            <a:normAutofit/>
          </a:bodyPr>
          <a:lstStyle>
            <a:lvl1pPr algn="ctr">
              <a:defRPr sz="27800"/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BD270-9BF1-4C68-A7FA-BA016D8BB959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89888" y="4809744"/>
            <a:ext cx="9345168" cy="1225296"/>
          </a:xfrm>
        </p:spPr>
        <p:txBody>
          <a:bodyPr>
            <a:normAutofit/>
          </a:bodyPr>
          <a:lstStyle>
            <a:lvl1pPr marL="0" indent="0" algn="ctr">
              <a:buNone/>
              <a:defRPr sz="2800" cap="all" baseline="0"/>
            </a:lvl1pPr>
            <a:lvl2pPr marL="228600" indent="0" algn="ctr">
              <a:buNone/>
              <a:defRPr sz="2400" cap="all" baseline="0"/>
            </a:lvl2pPr>
            <a:lvl3pPr marL="457200" indent="0" algn="ctr">
              <a:buNone/>
              <a:defRPr sz="2000" cap="all" baseline="0"/>
            </a:lvl3pPr>
            <a:lvl4pPr marL="685800" indent="0" algn="ctr">
              <a:buNone/>
              <a:defRPr sz="1800" cap="all" baseline="0"/>
            </a:lvl4pPr>
            <a:lvl5pPr marL="914400" indent="0" algn="ctr">
              <a:buNone/>
              <a:defRPr sz="1600" cap="all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94740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23AFB7-90A6-428C-A019-BBE6272496B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490472"/>
          </a:xfrm>
        </p:spPr>
        <p:txBody>
          <a:bodyPr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9397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193DB7D-955F-21DF-15DA-4285375617FC}"/>
              </a:ext>
            </a:extLst>
          </p:cNvPr>
          <p:cNvSpPr/>
          <p:nvPr userDrawn="1"/>
        </p:nvSpPr>
        <p:spPr>
          <a:xfrm>
            <a:off x="1" y="4783948"/>
            <a:ext cx="11762231" cy="2074052"/>
          </a:xfrm>
          <a:custGeom>
            <a:avLst/>
            <a:gdLst>
              <a:gd name="connsiteX0" fmla="*/ 0 w 11762231"/>
              <a:gd name="connsiteY0" fmla="*/ 0 h 2074052"/>
              <a:gd name="connsiteX1" fmla="*/ 112775 w 11762231"/>
              <a:gd name="connsiteY1" fmla="*/ 0 h 2074052"/>
              <a:gd name="connsiteX2" fmla="*/ 11102489 w 11762231"/>
              <a:gd name="connsiteY2" fmla="*/ 0 h 2074052"/>
              <a:gd name="connsiteX3" fmla="*/ 11437005 w 11762231"/>
              <a:gd name="connsiteY3" fmla="*/ 0 h 2074052"/>
              <a:gd name="connsiteX4" fmla="*/ 11762231 w 11762231"/>
              <a:gd name="connsiteY4" fmla="*/ 325226 h 2074052"/>
              <a:gd name="connsiteX5" fmla="*/ 11762231 w 11762231"/>
              <a:gd name="connsiteY5" fmla="*/ 2074052 h 2074052"/>
              <a:gd name="connsiteX6" fmla="*/ 11427715 w 11762231"/>
              <a:gd name="connsiteY6" fmla="*/ 2074052 h 2074052"/>
              <a:gd name="connsiteX7" fmla="*/ 112775 w 11762231"/>
              <a:gd name="connsiteY7" fmla="*/ 2074052 h 2074052"/>
              <a:gd name="connsiteX8" fmla="*/ 0 w 11762231"/>
              <a:gd name="connsiteY8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62231" h="2074052">
                <a:moveTo>
                  <a:pt x="0" y="0"/>
                </a:moveTo>
                <a:lnTo>
                  <a:pt x="112775" y="0"/>
                </a:lnTo>
                <a:lnTo>
                  <a:pt x="11102489" y="0"/>
                </a:lnTo>
                <a:lnTo>
                  <a:pt x="11437005" y="0"/>
                </a:lnTo>
                <a:cubicBezTo>
                  <a:pt x="11616622" y="0"/>
                  <a:pt x="11762231" y="145609"/>
                  <a:pt x="11762231" y="325226"/>
                </a:cubicBezTo>
                <a:lnTo>
                  <a:pt x="11762231" y="2074052"/>
                </a:lnTo>
                <a:lnTo>
                  <a:pt x="11427715" y="2074052"/>
                </a:lnTo>
                <a:lnTo>
                  <a:pt x="112775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9E47A9E-7C3C-4663-841E-C89520FA85A3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768" y="6492240"/>
            <a:ext cx="266090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3112" y="6492240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589420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588448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ED8FD-3F8D-425F-9991-7FB6FCCEC5A2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6062616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60B29AE-EBEF-71CC-AE38-3B2CD14FCA19}"/>
              </a:ext>
            </a:extLst>
          </p:cNvPr>
          <p:cNvSpPr/>
          <p:nvPr userDrawn="1"/>
        </p:nvSpPr>
        <p:spPr>
          <a:xfrm rot="5400000" flipV="1">
            <a:off x="-2566724" y="2566724"/>
            <a:ext cx="6399213" cy="1265765"/>
          </a:xfrm>
          <a:custGeom>
            <a:avLst/>
            <a:gdLst>
              <a:gd name="connsiteX0" fmla="*/ 0 w 6399213"/>
              <a:gd name="connsiteY0" fmla="*/ 0 h 1265765"/>
              <a:gd name="connsiteX1" fmla="*/ 0 w 6399213"/>
              <a:gd name="connsiteY1" fmla="*/ 1265765 h 1265765"/>
              <a:gd name="connsiteX2" fmla="*/ 5982881 w 6399213"/>
              <a:gd name="connsiteY2" fmla="*/ 1265765 h 1265765"/>
              <a:gd name="connsiteX3" fmla="*/ 6399213 w 6399213"/>
              <a:gd name="connsiteY3" fmla="*/ 849433 h 1265765"/>
              <a:gd name="connsiteX4" fmla="*/ 6399213 w 6399213"/>
              <a:gd name="connsiteY4" fmla="*/ 0 h 126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99213" h="1265765">
                <a:moveTo>
                  <a:pt x="0" y="0"/>
                </a:moveTo>
                <a:lnTo>
                  <a:pt x="0" y="1265765"/>
                </a:lnTo>
                <a:lnTo>
                  <a:pt x="5982881" y="1265765"/>
                </a:lnTo>
                <a:cubicBezTo>
                  <a:pt x="6212815" y="1265765"/>
                  <a:pt x="6399213" y="1079367"/>
                  <a:pt x="6399213" y="849433"/>
                </a:cubicBezTo>
                <a:lnTo>
                  <a:pt x="6399213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6B3E3-A05B-4311-9C9A-DA8A512CAB97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98217" y="630935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3485376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EC059F-651D-D540-DF60-D6361D9C716B}"/>
              </a:ext>
            </a:extLst>
          </p:cNvPr>
          <p:cNvSpPr/>
          <p:nvPr userDrawn="1"/>
        </p:nvSpPr>
        <p:spPr>
          <a:xfrm flipV="1">
            <a:off x="1" y="6099048"/>
            <a:ext cx="10487111" cy="758952"/>
          </a:xfrm>
          <a:custGeom>
            <a:avLst/>
            <a:gdLst>
              <a:gd name="connsiteX0" fmla="*/ 0 w 10487111"/>
              <a:gd name="connsiteY0" fmla="*/ 758952 h 758952"/>
              <a:gd name="connsiteX1" fmla="*/ 10070779 w 10487111"/>
              <a:gd name="connsiteY1" fmla="*/ 758952 h 758952"/>
              <a:gd name="connsiteX2" fmla="*/ 10487111 w 10487111"/>
              <a:gd name="connsiteY2" fmla="*/ 342620 h 758952"/>
              <a:gd name="connsiteX3" fmla="*/ 10487111 w 10487111"/>
              <a:gd name="connsiteY3" fmla="*/ 0 h 758952"/>
              <a:gd name="connsiteX4" fmla="*/ 0 w 10487111"/>
              <a:gd name="connsiteY4" fmla="*/ 0 h 7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7111" h="758952">
                <a:moveTo>
                  <a:pt x="0" y="758952"/>
                </a:moveTo>
                <a:lnTo>
                  <a:pt x="10070779" y="758952"/>
                </a:lnTo>
                <a:cubicBezTo>
                  <a:pt x="10300713" y="758952"/>
                  <a:pt x="10487111" y="572554"/>
                  <a:pt x="10487111" y="342620"/>
                </a:cubicBezTo>
                <a:lnTo>
                  <a:pt x="1048711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FBAE2-1C27-41D0-8DBA-D202F753417F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683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06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83464" y="1596767"/>
            <a:ext cx="9537192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6000" b="1"/>
            </a:lvl1pPr>
            <a:lvl2pPr marL="228600" indent="0">
              <a:lnSpc>
                <a:spcPct val="100000"/>
              </a:lnSpc>
              <a:buNone/>
              <a:defRPr sz="5400" b="1"/>
            </a:lvl2pPr>
            <a:lvl3pPr marL="457200" indent="0">
              <a:lnSpc>
                <a:spcPct val="100000"/>
              </a:lnSpc>
              <a:buNone/>
              <a:defRPr sz="4800" b="1"/>
            </a:lvl3pPr>
            <a:lvl4pPr marL="685800" indent="0">
              <a:lnSpc>
                <a:spcPct val="100000"/>
              </a:lnSpc>
              <a:buNone/>
              <a:defRPr sz="4400" b="1"/>
            </a:lvl4pPr>
            <a:lvl5pPr marL="914400" indent="0">
              <a:lnSpc>
                <a:spcPct val="100000"/>
              </a:lnSpc>
              <a:buNone/>
              <a:defRPr sz="40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212212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1524002"/>
            <a:ext cx="9198864" cy="2871216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40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3612-8941-41EA-ABBA-F717A06C8346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5376672"/>
            <a:ext cx="9198864" cy="466344"/>
          </a:xfrm>
        </p:spPr>
        <p:txBody>
          <a:bodyPr>
            <a:normAutofit/>
          </a:bodyPr>
          <a:lstStyle>
            <a:lvl1pPr marL="0" indent="0">
              <a:buNone/>
              <a:defRPr sz="2200" b="1" cap="all" baseline="0">
                <a:solidFill>
                  <a:schemeClr val="accent1"/>
                </a:solidFill>
              </a:defRPr>
            </a:lvl1pPr>
            <a:lvl2pPr marL="228600" indent="0">
              <a:buNone/>
              <a:defRPr sz="2000" b="1" cap="all" baseline="0">
                <a:solidFill>
                  <a:schemeClr val="accent1"/>
                </a:solidFill>
              </a:defRPr>
            </a:lvl2pPr>
            <a:lvl3pPr marL="457200" indent="0">
              <a:buNone/>
              <a:defRPr sz="1800" b="1" cap="all" baseline="0">
                <a:solidFill>
                  <a:schemeClr val="accent1"/>
                </a:solidFill>
              </a:defRPr>
            </a:lvl3pPr>
            <a:lvl4pPr marL="685800" indent="0">
              <a:buNone/>
              <a:defRPr sz="1600" b="1" cap="all" baseline="0">
                <a:solidFill>
                  <a:schemeClr val="accent1"/>
                </a:solidFill>
              </a:defRPr>
            </a:lvl4pPr>
            <a:lvl5pPr marL="914400" indent="0">
              <a:buNone/>
              <a:defRPr sz="1400" b="1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02151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D41517-889E-CBB7-FD17-C5FECA783B2A}"/>
              </a:ext>
            </a:extLst>
          </p:cNvPr>
          <p:cNvSpPr/>
          <p:nvPr userDrawn="1"/>
        </p:nvSpPr>
        <p:spPr>
          <a:xfrm flipV="1">
            <a:off x="0" y="823828"/>
            <a:ext cx="11385608" cy="6034172"/>
          </a:xfrm>
          <a:custGeom>
            <a:avLst/>
            <a:gdLst>
              <a:gd name="connsiteX0" fmla="*/ 0 w 11385608"/>
              <a:gd name="connsiteY0" fmla="*/ 6034172 h 6034172"/>
              <a:gd name="connsiteX1" fmla="*/ 10969276 w 11385608"/>
              <a:gd name="connsiteY1" fmla="*/ 6034172 h 6034172"/>
              <a:gd name="connsiteX2" fmla="*/ 11385608 w 11385608"/>
              <a:gd name="connsiteY2" fmla="*/ 5617840 h 6034172"/>
              <a:gd name="connsiteX3" fmla="*/ 11385608 w 11385608"/>
              <a:gd name="connsiteY3" fmla="*/ 0 h 6034172"/>
              <a:gd name="connsiteX4" fmla="*/ 0 w 11385608"/>
              <a:gd name="connsiteY4" fmla="*/ 0 h 603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6034172">
                <a:moveTo>
                  <a:pt x="0" y="6034172"/>
                </a:moveTo>
                <a:lnTo>
                  <a:pt x="10969276" y="6034172"/>
                </a:lnTo>
                <a:cubicBezTo>
                  <a:pt x="11199210" y="6034172"/>
                  <a:pt x="11385608" y="5847774"/>
                  <a:pt x="11385608" y="5617840"/>
                </a:cubicBezTo>
                <a:lnTo>
                  <a:pt x="1138560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1783080"/>
            <a:ext cx="8499079" cy="2249424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6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6CD22-E4B3-48A1-94CA-B89DB574ED80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124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1468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5120640"/>
            <a:ext cx="5431536" cy="1289304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cap="all" baseline="0" dirty="0"/>
            </a:lvl1pPr>
            <a:lvl2pPr marL="228600" indent="0">
              <a:buNone/>
              <a:defRPr lang="en-US" b="1" cap="all" baseline="0" dirty="0"/>
            </a:lvl2pPr>
            <a:lvl3pPr marL="457200" indent="0">
              <a:buNone/>
              <a:defRPr lang="en-US" b="1" cap="all" baseline="0" dirty="0"/>
            </a:lvl3pPr>
            <a:lvl4pPr marL="685800" indent="0">
              <a:buNone/>
              <a:defRPr lang="en-US" b="1" cap="all" baseline="0" dirty="0"/>
            </a:lvl4pPr>
            <a:lvl5pPr marL="914400" indent="0">
              <a:buNone/>
              <a:defRPr lang="en-US" b="1" cap="all" baseline="0" dirty="0"/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450768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38B47-093E-417D-A1C3-81EEF797AC69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3864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0925D-4314-49E4-A383-289640FEB5E3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41525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8C515B-8D5A-0268-9044-7B2013C87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9767" y="2020825"/>
            <a:ext cx="5212208" cy="428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C7061A-8ED7-8B72-BD2B-2DF67F8C7A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622" y="2020822"/>
            <a:ext cx="5212208" cy="42847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C59E0-667A-459A-BBD1-70DA72C3C576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02974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211279F-0D05-3637-19CD-29468F4DD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1134"/>
            <a:ext cx="5211762" cy="43431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1B170DE-636A-B1A9-2EAB-C426DBFB3E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CC00B-2F01-4379-B0FD-8DA094C16FA4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834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A23F0E6-EDAF-3A7F-5EC8-F911E9AE48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02843" y="0"/>
            <a:ext cx="7689157" cy="6399152"/>
          </a:xfrm>
          <a:custGeom>
            <a:avLst/>
            <a:gdLst>
              <a:gd name="connsiteX0" fmla="*/ 0 w 7689157"/>
              <a:gd name="connsiteY0" fmla="*/ 0 h 6399152"/>
              <a:gd name="connsiteX1" fmla="*/ 7689157 w 7689157"/>
              <a:gd name="connsiteY1" fmla="*/ 0 h 6399152"/>
              <a:gd name="connsiteX2" fmla="*/ 7689157 w 7689157"/>
              <a:gd name="connsiteY2" fmla="*/ 6399152 h 6399152"/>
              <a:gd name="connsiteX3" fmla="*/ 578440 w 7689157"/>
              <a:gd name="connsiteY3" fmla="*/ 6399152 h 6399152"/>
              <a:gd name="connsiteX4" fmla="*/ 0 w 7689157"/>
              <a:gd name="connsiteY4" fmla="*/ 582071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2">
                <a:moveTo>
                  <a:pt x="0" y="0"/>
                </a:moveTo>
                <a:lnTo>
                  <a:pt x="7689157" y="0"/>
                </a:lnTo>
                <a:lnTo>
                  <a:pt x="7689157" y="6399152"/>
                </a:lnTo>
                <a:lnTo>
                  <a:pt x="578440" y="6399152"/>
                </a:lnTo>
                <a:cubicBezTo>
                  <a:pt x="258976" y="6399152"/>
                  <a:pt x="0" y="6140176"/>
                  <a:pt x="0" y="582071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9F103-9E7C-4D5A-827C-0D2D66EE1CD2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664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3" y="285210"/>
            <a:ext cx="10653578" cy="9651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1384847"/>
            <a:ext cx="10653579" cy="4905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31172" y="6490524"/>
            <a:ext cx="2841959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072E1B28-DB45-4001-B295-7D7933E04419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93370" y="6490524"/>
            <a:ext cx="2662834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48431" y="6490524"/>
            <a:ext cx="457200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858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3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3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3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ervins_strauhmanis/9547663730/in/photolist-fxGgMU-bZvYH1-8rfCL3-b45P5K-8eoT9r-eeq5iW-57piRE-7jFqA3-9sV62e-bunMFE-bZwG3C-6uS88F-3P4oQM-j8EQ8A-MJMmk-mSES3-3P4eGi-iJhGqe-avPkAk-iEpZn1-h5rD-9K42Ki-2QE6tm-9btbLk-dDTBZV-iJiYm8-ikv1u5-gQkBZ-fn6roG-8zxhTH-su4mw-4uzfh-9rD9Qo-7geCjd-bkpWAg-iJjHgY-iJjGFj-aALUbP-iJmF8h-83WSof-9jexQ9-mUq4m2-asPHTj-bHjavB-pUiKrK-a4TZem-MJDYs-iJiZuv-7EekNk-7HDE3U" TargetMode="External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creativecommons.org/licenses/by/3.0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software-testing/what-is-agile-methodology/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software-testing/what-is-agile-methodology/" TargetMode="Externa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F1526-AA9C-513A-8D3C-531E8C24D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6438" y="1561671"/>
            <a:ext cx="4294598" cy="2416536"/>
          </a:xfrm>
        </p:spPr>
        <p:txBody>
          <a:bodyPr anchor="b">
            <a:noAutofit/>
          </a:bodyPr>
          <a:lstStyle/>
          <a:p>
            <a:pPr algn="ctr"/>
            <a:r>
              <a:rPr lang="en-US" sz="4000" dirty="0"/>
              <a:t>Fashion-insta</a:t>
            </a:r>
            <a:br>
              <a:rPr lang="en-US" sz="4000" dirty="0"/>
            </a:br>
            <a:r>
              <a:rPr lang="en-US" sz="4000" dirty="0"/>
              <a:t>Empowering Fashion Shopping</a:t>
            </a:r>
          </a:p>
        </p:txBody>
      </p:sp>
      <p:pic>
        <p:nvPicPr>
          <p:cNvPr id="9" name="Content Placeholder 6" descr="Augmented reality marketing . Hand holding smart phone use AR application to check information in a large clothing shop">
            <a:extLst>
              <a:ext uri="{FF2B5EF4-FFF2-40B4-BE49-F238E27FC236}">
                <a16:creationId xmlns:a16="http://schemas.microsoft.com/office/drawing/2014/main" id="{B2CAFE33-FBA2-E6D2-5D1F-5F30DA2821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492" r="1528" b="-2"/>
          <a:stretch>
            <a:fillRect/>
          </a:stretch>
        </p:blipFill>
        <p:spPr>
          <a:xfrm>
            <a:off x="20" y="10"/>
            <a:ext cx="7734280" cy="639914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noFill/>
        </p:spPr>
      </p:pic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DF241AF5-CF05-1EDC-FC3C-CD541D33710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4756934"/>
            <a:ext cx="3273552" cy="12963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Philip Okoth</a:t>
            </a:r>
          </a:p>
          <a:p>
            <a:pPr marL="0" indent="0" algn="ctr">
              <a:buNone/>
            </a:pPr>
            <a:r>
              <a:rPr lang="en-US" dirty="0"/>
              <a:t>January 2026</a:t>
            </a:r>
          </a:p>
          <a:p>
            <a:pPr marL="0" indent="0" algn="ctr">
              <a:buNone/>
            </a:pPr>
            <a:r>
              <a:rPr lang="en-US" dirty="0" err="1"/>
              <a:t>OpenClassrooms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07A58E-0650-EDBE-8499-8E75477B74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04EF954-66B1-4168-AF40-97F3DAF43FC4}" type="datetime1">
              <a:rPr lang="en-US" smtClean="0"/>
              <a:pPr>
                <a:spcAft>
                  <a:spcPts val="600"/>
                </a:spcAft>
              </a:pPr>
              <a:t>1/8/2026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9C7AB6-A31B-B9C9-939C-12D75982E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749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016C9-4616-6C80-E800-A21ACF0AB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0" kern="1200" cap="all" baseline="0">
                <a:latin typeface="+mj-lt"/>
                <a:ea typeface="+mj-ea"/>
                <a:cs typeface="+mj-cs"/>
              </a:rPr>
              <a:t>Executive summary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F39A5-3636-2C9F-2EA5-30B0806A7E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6233410-150A-4A72-BF63-6D3ACBC30148}" type="datetime1">
              <a:rPr lang="en-US" smtClean="0"/>
              <a:pPr>
                <a:spcAft>
                  <a:spcPts val="600"/>
                </a:spcAft>
              </a:pPr>
              <a:t>1/8/2026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FC410D-407D-52F9-A283-5EB87992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9" name="TextBox 6">
            <a:extLst>
              <a:ext uri="{FF2B5EF4-FFF2-40B4-BE49-F238E27FC236}">
                <a16:creationId xmlns:a16="http://schemas.microsoft.com/office/drawing/2014/main" id="{5F1CCA27-CC8C-4276-2EEC-F7C5CDB01E6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9347785"/>
              </p:ext>
            </p:extLst>
          </p:nvPr>
        </p:nvGraphicFramePr>
        <p:xfrm>
          <a:off x="4425696" y="640080"/>
          <a:ext cx="7159752" cy="57241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3306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37698-1B0C-9ABB-6EAA-0F25E5EC6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>
            <a:normAutofit/>
          </a:bodyPr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40915-7541-B867-5D67-3DD39218A98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>
            <a:normAutofit/>
          </a:bodyPr>
          <a:lstStyle/>
          <a:p>
            <a:r>
              <a:rPr lang="en-US" dirty="0"/>
              <a:t>Shoppers struggle to browse the large fashion catalog, making it difficult to decide what to buy. </a:t>
            </a:r>
          </a:p>
          <a:p>
            <a:r>
              <a:rPr lang="en-US" dirty="0"/>
              <a:t>Poor customer experience and reduced customer satisfaction ultimately results in lower sales.</a:t>
            </a:r>
          </a:p>
        </p:txBody>
      </p:sp>
      <p:pic>
        <p:nvPicPr>
          <p:cNvPr id="8" name="Picture 7" descr="Abstract blurred background of department store">
            <a:extLst>
              <a:ext uri="{FF2B5EF4-FFF2-40B4-BE49-F238E27FC236}">
                <a16:creationId xmlns:a16="http://schemas.microsoft.com/office/drawing/2014/main" id="{D4CE8E22-58E9-5613-709E-92EE40906C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40" r="15854" b="1"/>
          <a:stretch>
            <a:fillRect/>
          </a:stretch>
        </p:blipFill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noFill/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E649F-3452-09D0-F495-AAB224BBD3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1/8/2026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86D423-C3EC-D761-B8B0-4C2C3E360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378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7EA8B-E0B8-4BD7-17BB-B0694286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>
            <a:normAutofit/>
          </a:bodyPr>
          <a:lstStyle/>
          <a:p>
            <a:r>
              <a:rPr lang="en-US" dirty="0"/>
              <a:t>Solution statement</a:t>
            </a:r>
          </a:p>
        </p:txBody>
      </p:sp>
      <p:pic>
        <p:nvPicPr>
          <p:cNvPr id="8" name="Picture 7" descr="Abstract blurred background of department store">
            <a:extLst>
              <a:ext uri="{FF2B5EF4-FFF2-40B4-BE49-F238E27FC236}">
                <a16:creationId xmlns:a16="http://schemas.microsoft.com/office/drawing/2014/main" id="{E1AD7A2C-5608-1A51-DCE3-525AE4686D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05" r="15619" b="1"/>
          <a:stretch>
            <a:fillRect/>
          </a:stretch>
        </p:blipFill>
        <p:spPr>
          <a:xfrm>
            <a:off x="20" y="10"/>
            <a:ext cx="7734280" cy="639914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127BE-1A04-AEA9-9BDB-D68E69C38F6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>
            <a:normAutofit/>
          </a:bodyPr>
          <a:lstStyle/>
          <a:p>
            <a:r>
              <a:rPr lang="en-US" dirty="0"/>
              <a:t>Improve user experience by creating an app where a customer can upload a photo and get digitally curated fashion recommendations based on the photo.</a:t>
            </a:r>
          </a:p>
          <a:p>
            <a:r>
              <a:rPr lang="en-US" dirty="0"/>
              <a:t>Improve customer experience and satisfaction leading to improved sales.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1AF8A-C023-D3A4-1816-825430A99B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1/8/2026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A2C59-FD50-F440-85A8-0E58F16C3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953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C808E-CF4A-D7A3-2257-91E9D0AD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OF 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7B4CA-BE5C-63DA-FEF9-F7A5DDE8D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NOTES OR GOOGLE.(WIP)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4E0B1-88A8-BBD5-326D-FFAD4F1AA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FF1973-EC87-7426-E1EF-444526253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5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2987206-07B0-B0D5-9125-984D30B1C3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0776" y="1527463"/>
            <a:ext cx="6667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056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80519-FBC9-64D4-1EE2-0226A5F04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>
            <a:normAutofit/>
          </a:bodyPr>
          <a:lstStyle/>
          <a:p>
            <a:r>
              <a:rPr lang="en-US" dirty="0"/>
              <a:t>OBJECTIVES AND EXPECTED BENEFITS</a:t>
            </a:r>
          </a:p>
        </p:txBody>
      </p:sp>
      <p:pic>
        <p:nvPicPr>
          <p:cNvPr id="8" name="Picture 7" descr="Person watching empty phone">
            <a:extLst>
              <a:ext uri="{FF2B5EF4-FFF2-40B4-BE49-F238E27FC236}">
                <a16:creationId xmlns:a16="http://schemas.microsoft.com/office/drawing/2014/main" id="{2EBB1710-4154-8250-FB69-4F0CB29B96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323" r="1" b="1"/>
          <a:stretch>
            <a:fillRect/>
          </a:stretch>
        </p:blipFill>
        <p:spPr>
          <a:xfrm>
            <a:off x="20" y="10"/>
            <a:ext cx="7734280" cy="639914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75139-C64C-ED1B-7C71-AC5971E15F6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300"/>
              <a:t>Objective: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Improve user experience by creating a mobile App with fashion predictability capabilities. This feature will analyze customer’s fashion trends and recommend similar styles based of body shape,  color preferences, trends and budget.</a:t>
            </a:r>
          </a:p>
          <a:p>
            <a:pPr lvl="1">
              <a:lnSpc>
                <a:spcPct val="110000"/>
              </a:lnSpc>
            </a:pPr>
            <a:endParaRPr lang="en-US" sz="1300"/>
          </a:p>
          <a:p>
            <a:pPr>
              <a:lnSpc>
                <a:spcPct val="110000"/>
              </a:lnSpc>
            </a:pPr>
            <a:r>
              <a:rPr lang="en-US" sz="1300"/>
              <a:t>Benefits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Improved user experiences.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Short shopping times.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Increased sales.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Higher Customer retention.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8D875-8440-199F-E938-66C2A28172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1/8/2026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1ABEB1-0A79-360E-587B-AEC2A047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719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26A51-73C3-06DF-7B7B-13657B2E2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/>
          <a:p>
            <a:r>
              <a:rPr lang="en-US" dirty="0"/>
              <a:t>Technical REQUIREMENT</a:t>
            </a:r>
          </a:p>
        </p:txBody>
      </p:sp>
      <p:pic>
        <p:nvPicPr>
          <p:cNvPr id="13" name="Picture Placeholder 12" descr="Machine gears">
            <a:extLst>
              <a:ext uri="{FF2B5EF4-FFF2-40B4-BE49-F238E27FC236}">
                <a16:creationId xmlns:a16="http://schemas.microsoft.com/office/drawing/2014/main" id="{C1B67CE9-0DFB-A400-B0F7-527868EB8A5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03" r="19503"/>
          <a:stretch>
            <a:fillRect/>
          </a:stretch>
        </p:blipFill>
        <p:spPr>
          <a:xfrm>
            <a:off x="0" y="2293938"/>
            <a:ext cx="4176713" cy="4564062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6B8A0-4593-B946-1D53-DF8EBFEF0D7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300" b="1"/>
              <a:t>Engineering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Mobile app development frameworks (e.g. React Native, Flutter, Swift, Kotlin)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Backend infrastructure for user accounts, product catalog, and order management.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API integration for payment gateways and third-party services.</a:t>
            </a:r>
          </a:p>
          <a:p>
            <a:pPr>
              <a:lnSpc>
                <a:spcPct val="110000"/>
              </a:lnSpc>
            </a:pPr>
            <a:r>
              <a:rPr lang="en-US" sz="1300" b="1"/>
              <a:t>Data Team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Database design for storing user profiles, product information, and transaction history.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Data analytics for tracking user behavior and app performance.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Machine learning models for personalized recommendations and fashion trend analysis.</a:t>
            </a:r>
          </a:p>
          <a:p>
            <a:pPr>
              <a:lnSpc>
                <a:spcPct val="110000"/>
              </a:lnSpc>
            </a:pPr>
            <a:r>
              <a:rPr lang="en-US" sz="1300" b="1"/>
              <a:t>UX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Intuitive and user-friendly interface design.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Responsive layouts for various device sizes.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Acceptability features for inclusive shopping experiences.</a:t>
            </a:r>
          </a:p>
          <a:p>
            <a:pPr>
              <a:lnSpc>
                <a:spcPct val="110000"/>
              </a:lnSpc>
            </a:pPr>
            <a:r>
              <a:rPr lang="en-US" sz="1300" b="1"/>
              <a:t>Software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Secure authentication and authorization mechanisms.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Reliable cloud hosting and scalability solutions.</a:t>
            </a:r>
          </a:p>
          <a:p>
            <a:pPr lvl="1">
              <a:lnSpc>
                <a:spcPct val="110000"/>
              </a:lnSpc>
            </a:pPr>
            <a:r>
              <a:rPr lang="en-US" sz="1300"/>
              <a:t>Continuous integration and deployment pipelines for app updates.</a:t>
            </a:r>
          </a:p>
          <a:p>
            <a:pPr>
              <a:lnSpc>
                <a:spcPct val="110000"/>
              </a:lnSpc>
            </a:pPr>
            <a:endParaRPr lang="en-US" sz="13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0C3A4-63A6-E082-5431-A57F65AECF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1/8/2026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688A1-EDB2-0AFA-ED9D-202BD4E83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291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E828C-8860-F156-258B-2DFDDE378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>
            <a:normAutofit/>
          </a:bodyPr>
          <a:lstStyle/>
          <a:p>
            <a:r>
              <a:rPr lang="en-US" dirty="0"/>
              <a:t>HUMAN requirements</a:t>
            </a:r>
          </a:p>
        </p:txBody>
      </p:sp>
      <p:pic>
        <p:nvPicPr>
          <p:cNvPr id="17" name="Picture Placeholder 16" descr="Businessman using digital tablet in meeting">
            <a:extLst>
              <a:ext uri="{FF2B5EF4-FFF2-40B4-BE49-F238E27FC236}">
                <a16:creationId xmlns:a16="http://schemas.microsoft.com/office/drawing/2014/main" id="{A88AC544-7A2B-C56C-3744-1E708396177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98" r="28398"/>
          <a:stretch>
            <a:fillRect/>
          </a:stretch>
        </p:blipFill>
        <p:spPr>
          <a:xfrm>
            <a:off x="0" y="0"/>
            <a:ext cx="4148138" cy="6399213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4B50A-71C3-4136-063C-BF5CBBBA4BB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500"/>
              <a:t>Software Engineers</a:t>
            </a:r>
          </a:p>
          <a:p>
            <a:pPr lvl="1">
              <a:lnSpc>
                <a:spcPct val="110000"/>
              </a:lnSpc>
            </a:pPr>
            <a:r>
              <a:rPr lang="en-US" sz="1500"/>
              <a:t>Responsible for developing the mobile app, backend systems, and integrating APIs for payments and third-party services.</a:t>
            </a:r>
          </a:p>
          <a:p>
            <a:pPr>
              <a:lnSpc>
                <a:spcPct val="110000"/>
              </a:lnSpc>
            </a:pPr>
            <a:r>
              <a:rPr lang="en-US" sz="1500"/>
              <a:t>Data Analysts/ Scientists</a:t>
            </a:r>
          </a:p>
          <a:p>
            <a:pPr lvl="1">
              <a:lnSpc>
                <a:spcPct val="110000"/>
              </a:lnSpc>
            </a:pPr>
            <a:r>
              <a:rPr lang="en-US" sz="1500"/>
              <a:t>Design and manage databases, analyze user behavior, and build machine learning models for personalized recommendations and fashion trend analysis.</a:t>
            </a:r>
          </a:p>
          <a:p>
            <a:pPr>
              <a:lnSpc>
                <a:spcPct val="110000"/>
              </a:lnSpc>
            </a:pPr>
            <a:r>
              <a:rPr lang="en-US" sz="1500"/>
              <a:t>Product Managers</a:t>
            </a:r>
          </a:p>
          <a:p>
            <a:pPr lvl="1">
              <a:lnSpc>
                <a:spcPct val="110000"/>
              </a:lnSpc>
            </a:pPr>
            <a:r>
              <a:rPr lang="en-US" sz="1500"/>
              <a:t>Oversee project scope, timeline, and ensure alignment with business goals and user needs.</a:t>
            </a:r>
          </a:p>
          <a:p>
            <a:pPr>
              <a:lnSpc>
                <a:spcPct val="110000"/>
              </a:lnSpc>
            </a:pPr>
            <a:r>
              <a:rPr lang="en-US" sz="1500"/>
              <a:t>AI/ML Engineers</a:t>
            </a:r>
          </a:p>
          <a:p>
            <a:pPr lvl="1">
              <a:lnSpc>
                <a:spcPct val="110000"/>
              </a:lnSpc>
            </a:pPr>
            <a:r>
              <a:rPr lang="en-US" sz="1500"/>
              <a:t>Develop and implement machine learning algorithms for predictability and recommendation features.</a:t>
            </a:r>
          </a:p>
          <a:p>
            <a:pPr>
              <a:lnSpc>
                <a:spcPct val="110000"/>
              </a:lnSpc>
            </a:pPr>
            <a:r>
              <a:rPr lang="en-US" sz="1500"/>
              <a:t>UX Engineers</a:t>
            </a:r>
          </a:p>
          <a:p>
            <a:pPr lvl="1">
              <a:lnSpc>
                <a:spcPct val="110000"/>
              </a:lnSpc>
            </a:pPr>
            <a:r>
              <a:rPr lang="en-US" sz="1500"/>
              <a:t>Desing intuitive, user-friendly, and accessible interfaces for seamless shopping experience.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83D7A2-7377-7F8C-F710-B2AA5BD35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647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21E86-0324-5087-51F3-0D96EDEE0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/>
          <a:p>
            <a:r>
              <a:rPr lang="en-US" dirty="0"/>
              <a:t>FINANCIAL cost &amp; budget</a:t>
            </a:r>
          </a:p>
        </p:txBody>
      </p:sp>
      <p:pic>
        <p:nvPicPr>
          <p:cNvPr id="8" name="Picture Placeholder 7" descr="Financial graphs on a dark display">
            <a:extLst>
              <a:ext uri="{FF2B5EF4-FFF2-40B4-BE49-F238E27FC236}">
                <a16:creationId xmlns:a16="http://schemas.microsoft.com/office/drawing/2014/main" id="{65C489FB-07BC-BF98-A796-C8E64631B2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02" r="21402"/>
          <a:stretch>
            <a:fillRect/>
          </a:stretch>
        </p:blipFill>
        <p:spPr>
          <a:xfrm>
            <a:off x="0" y="2293938"/>
            <a:ext cx="4176713" cy="4564062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DB14F-9958-5CD6-FA7B-E6A2F14CE0E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US" sz="1050" dirty="0"/>
              <a:t>Development Costs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Mobile App development $40,000-$80,000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Backend infrastructure &amp; APIs $20,000-$40,000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Database design &amp; integration $10,000-$20,000</a:t>
            </a:r>
          </a:p>
          <a:p>
            <a:pPr>
              <a:lnSpc>
                <a:spcPct val="110000"/>
              </a:lnSpc>
            </a:pPr>
            <a:r>
              <a:rPr lang="en-US" sz="1050" dirty="0"/>
              <a:t>Data and AI/ML Costs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Data Analytics setup $5,000-$10,000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ML model development $15,000-$30,000</a:t>
            </a:r>
          </a:p>
          <a:p>
            <a:pPr>
              <a:lnSpc>
                <a:spcPct val="110000"/>
              </a:lnSpc>
            </a:pPr>
            <a:r>
              <a:rPr lang="en-US" sz="1050" dirty="0"/>
              <a:t>UX/UI Design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User Interface &amp; experience design $10,000-$20,000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Accessibility &amp; responsive design $5,000-$10,000</a:t>
            </a:r>
          </a:p>
          <a:p>
            <a:pPr>
              <a:lnSpc>
                <a:spcPct val="110000"/>
              </a:lnSpc>
            </a:pPr>
            <a:r>
              <a:rPr lang="en-US" sz="1050" dirty="0"/>
              <a:t>Cloud Hosting and Software 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Cloud hosting &amp; scalability $5,000-$10,000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Security, authentication, and compliance $5,000-$10,000</a:t>
            </a:r>
          </a:p>
          <a:p>
            <a:pPr>
              <a:lnSpc>
                <a:spcPct val="110000"/>
              </a:lnSpc>
            </a:pPr>
            <a:r>
              <a:rPr lang="en-US" sz="1050" dirty="0"/>
              <a:t>Testing and Deployment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QA testing &amp; bug fixing $5,000-$10,000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Continuous integration &amp; deployment $3,000-$7,000</a:t>
            </a:r>
          </a:p>
          <a:p>
            <a:pPr>
              <a:lnSpc>
                <a:spcPct val="110000"/>
              </a:lnSpc>
            </a:pPr>
            <a:r>
              <a:rPr lang="en-US" sz="1050" dirty="0"/>
              <a:t>Human Resources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Salaries for engineers, data scientists, product managers, UX designers, </a:t>
            </a:r>
            <a:r>
              <a:rPr lang="en-US" sz="1050" dirty="0" err="1"/>
              <a:t>etc</a:t>
            </a:r>
            <a:r>
              <a:rPr lang="en-US" sz="1050" dirty="0"/>
              <a:t> $100,000-$250,000(annual)</a:t>
            </a:r>
          </a:p>
          <a:p>
            <a:pPr>
              <a:lnSpc>
                <a:spcPct val="110000"/>
              </a:lnSpc>
            </a:pPr>
            <a:r>
              <a:rPr lang="en-US" sz="1050" dirty="0"/>
              <a:t>Miscellaneous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Legal &amp; Ethical compliance $3,000-$8,000</a:t>
            </a:r>
          </a:p>
          <a:p>
            <a:pPr lvl="1">
              <a:lnSpc>
                <a:spcPct val="110000"/>
              </a:lnSpc>
            </a:pPr>
            <a:r>
              <a:rPr lang="en-US" sz="1050" dirty="0"/>
              <a:t>Marketing &amp; launch $10,000-$30,000</a:t>
            </a:r>
          </a:p>
          <a:p>
            <a:pPr lvl="1">
              <a:lnSpc>
                <a:spcPct val="110000"/>
              </a:lnSpc>
            </a:pP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dirty="0"/>
              <a:t>Estimated Total Budget $221,000-$520,000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2EA85D-FAB5-E9F9-2118-90F5DF907F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1/8/2026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0D642-9F56-062D-1D8B-826A39D9D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139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DF5F1-5490-9B16-637C-8CE3E7E05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roi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E4DF7AB-AF6C-02CA-1BD4-487AEB9C93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054831" y="980428"/>
            <a:ext cx="8219326" cy="548504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6A4E5-649F-10CC-5BDE-051AEB3D8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24DE56-2A77-8CD3-7525-9B40F4D7A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10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07104D-5D14-DABF-4242-921DB779875E}"/>
              </a:ext>
            </a:extLst>
          </p:cNvPr>
          <p:cNvSpPr txBox="1"/>
          <p:nvPr/>
        </p:nvSpPr>
        <p:spPr>
          <a:xfrm>
            <a:off x="2054831" y="5398150"/>
            <a:ext cx="82193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hlinkClick r:id="rId3" tooltip="https://www.flickr.com/photos/ervins_strauhmanis/9547663730/in/photolist-fxGgMU-bZvYH1-8rfCL3-b45P5K-8eoT9r-eeq5iW-57piRE-7jFqA3-9sV62e-bunMFE-bZwG3C-6uS88F-3P4oQM-j8EQ8A-MJMmk-mSES3-3P4eGi-iJhGqe-avPkAk-iEpZn1-h5rD-9K42Ki-2QE6tm-9btbLk-dDTBZV-iJiYm8-ikv1u5-gQkBZ-fn6roG-8zxhTH-su4mw-4uzfh-9rD9Qo-7geCjd-bkpWAg-iJjHgY-iJjGFj-aALUbP-iJmF8h-83WSof-9jexQ9-mUq4m2-asPHTj-bHjavB-pUiKrK-a4TZem-MJDYs-iJiZuv-7EekNk-7HDE3U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4" tooltip="https://creativecommons.org/licenses/by/3.0/"/>
              </a:rPr>
              <a:t>CC BY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4054476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0527F-A8AB-068C-8F5B-115DCB66A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milestones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282-C6C0-FC18-E792-7D04565D30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Reasearch</a:t>
            </a:r>
            <a:r>
              <a:rPr lang="en-US" dirty="0"/>
              <a:t> on App design and requirements </a:t>
            </a:r>
          </a:p>
          <a:p>
            <a:r>
              <a:rPr lang="en-US" dirty="0"/>
              <a:t>Secure Leadership and Stakeholder buy in.</a:t>
            </a:r>
          </a:p>
          <a:p>
            <a:r>
              <a:rPr lang="en-US" dirty="0"/>
              <a:t>MVP Demo and Feedback</a:t>
            </a:r>
          </a:p>
          <a:p>
            <a:r>
              <a:rPr lang="en-US"/>
              <a:t>Final Demo</a:t>
            </a:r>
            <a:endParaRPr lang="en-US" dirty="0"/>
          </a:p>
          <a:p>
            <a:r>
              <a:rPr lang="en-US" dirty="0"/>
              <a:t>App Launch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86C93B-142A-B681-6E19-FD467D2DE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C745C-747F-94F3-B279-F2DF7909B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35642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EF93-EC69-D1FA-F75F-7ABC23196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AGILE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24C94-AA80-6DCA-4B0E-A7DF2E716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515" y="1258403"/>
            <a:ext cx="11125032" cy="49051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First came about in February 2001, when a group of leading experts met in Snowbird, Utah, to discuss common ground between their approaches in the quickly developing world of agile.</a:t>
            </a:r>
          </a:p>
          <a:p>
            <a:pPr marL="0" indent="0">
              <a:buNone/>
            </a:pPr>
            <a:r>
              <a:rPr lang="en-US" sz="2000" dirty="0"/>
              <a:t>A project management framework that emphasizes iterative development, collaboration, flexibility and customer feedback allowing teams to adapt to changing requirements and deliver high-quality products efficiently.</a:t>
            </a:r>
          </a:p>
          <a:p>
            <a:pPr marL="0" indent="0">
              <a:buNone/>
            </a:pPr>
            <a:r>
              <a:rPr lang="en-US" sz="2000" dirty="0"/>
              <a:t>The Agile methodology approach breaks projects into smaller manageable phases also known as sprints.</a:t>
            </a:r>
          </a:p>
          <a:p>
            <a:pPr marL="0" indent="0">
              <a:buNone/>
            </a:pPr>
            <a:r>
              <a:rPr lang="en-US" sz="2000" dirty="0"/>
              <a:t>There are three Agile frameworks</a:t>
            </a:r>
          </a:p>
          <a:p>
            <a:pPr lvl="1"/>
            <a:r>
              <a:rPr lang="en-US" sz="1800" dirty="0"/>
              <a:t>Scrum</a:t>
            </a:r>
          </a:p>
          <a:p>
            <a:pPr lvl="1"/>
            <a:r>
              <a:rPr lang="en-US" sz="1800" dirty="0"/>
              <a:t>Kanban</a:t>
            </a:r>
          </a:p>
          <a:p>
            <a:pPr lvl="1"/>
            <a:r>
              <a:rPr lang="en-US" sz="1800" dirty="0"/>
              <a:t>Extreme Programing (XP)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517B7-12FC-AB3D-BFA8-D9D3AD287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C84777-4E2C-5339-3B6F-8F21D1BD2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2951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AB7437-54E7-69C3-28C5-E939B53A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FFC2E2-B096-5F4B-3504-A75C04B53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13</a:t>
            </a:fld>
            <a:endParaRPr lang="en-US" dirty="0"/>
          </a:p>
        </p:txBody>
      </p:sp>
      <p:pic>
        <p:nvPicPr>
          <p:cNvPr id="2050" name="Picture 2" descr="Agile-Development-Stages">
            <a:extLst>
              <a:ext uri="{FF2B5EF4-FFF2-40B4-BE49-F238E27FC236}">
                <a16:creationId xmlns:a16="http://schemas.microsoft.com/office/drawing/2014/main" id="{A4AD84B0-EB8A-B857-13C1-AB0D38AD13F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5175" y="760261"/>
            <a:ext cx="9419303" cy="5237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84D617-69D2-F0FF-41A0-12D8B2D65B45}"/>
              </a:ext>
            </a:extLst>
          </p:cNvPr>
          <p:cNvSpPr txBox="1"/>
          <p:nvPr/>
        </p:nvSpPr>
        <p:spPr>
          <a:xfrm>
            <a:off x="4322397" y="5997964"/>
            <a:ext cx="3342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Adopted from </a:t>
            </a:r>
            <a:r>
              <a:rPr lang="en-US" dirty="0">
                <a:hlinkClick r:id="rId3"/>
              </a:rPr>
              <a:t>geeksforgeeks</a:t>
            </a: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DAE072F-2CF3-07E1-CEB9-4F3DF20F9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293303"/>
            <a:ext cx="11125032" cy="542440"/>
          </a:xfrm>
        </p:spPr>
        <p:txBody>
          <a:bodyPr/>
          <a:lstStyle/>
          <a:p>
            <a:r>
              <a:rPr lang="en-US" dirty="0"/>
              <a:t>Life cycle of AGILE Methodology</a:t>
            </a:r>
          </a:p>
        </p:txBody>
      </p:sp>
    </p:spTree>
    <p:extLst>
      <p:ext uri="{BB962C8B-B14F-4D97-AF65-F5344CB8AC3E}">
        <p14:creationId xmlns:p14="http://schemas.microsoft.com/office/powerpoint/2010/main" val="18508821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CBC53-77EE-07E6-6E64-FE1885EFF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Agile manifesto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277CA-A1A4-6C92-6349-F9186DFB3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fontAlgn="ctr">
              <a:buNone/>
            </a:pPr>
            <a:r>
              <a:rPr lang="en-US" sz="2000" dirty="0"/>
              <a:t>The guiding principles of the agile methodology. Consist of the following four principles</a:t>
            </a:r>
          </a:p>
          <a:p>
            <a:pPr fontAlgn="ctr">
              <a:buFont typeface="+mj-lt"/>
              <a:buAutoNum type="arabicPeriod"/>
            </a:pPr>
            <a:r>
              <a:rPr lang="en-US" sz="2000" b="1" dirty="0"/>
              <a:t>People over Processes</a:t>
            </a:r>
          </a:p>
          <a:p>
            <a:pPr lvl="1"/>
            <a:r>
              <a:rPr lang="en-US" sz="1400" dirty="0"/>
              <a:t>Individuals and interactions over processes and tools.</a:t>
            </a:r>
          </a:p>
          <a:p>
            <a:pPr lvl="1"/>
            <a:r>
              <a:rPr lang="en-US" sz="1400" dirty="0"/>
              <a:t>Emphasizes teamwork and collaboration </a:t>
            </a:r>
          </a:p>
          <a:p>
            <a:pPr fontAlgn="ctr">
              <a:buFont typeface="+mj-lt"/>
              <a:buAutoNum type="arabicPeriod"/>
            </a:pPr>
            <a:r>
              <a:rPr lang="en-US" sz="2000" b="1" dirty="0"/>
              <a:t>Working Software over Documentation</a:t>
            </a:r>
          </a:p>
          <a:p>
            <a:pPr lvl="1"/>
            <a:r>
              <a:rPr lang="en-US" sz="1400" dirty="0"/>
              <a:t>Working product over comprehensive documentation</a:t>
            </a:r>
          </a:p>
          <a:p>
            <a:pPr lvl="1"/>
            <a:r>
              <a:rPr lang="en-US" sz="1400" dirty="0"/>
              <a:t>Focus on delivering working/functional products over lengthy documentation. </a:t>
            </a:r>
          </a:p>
          <a:p>
            <a:pPr fontAlgn="ctr">
              <a:buFont typeface="+mj-lt"/>
              <a:buAutoNum type="arabicPeriod"/>
            </a:pPr>
            <a:r>
              <a:rPr lang="en-US" sz="2000" b="1" dirty="0"/>
              <a:t>Collaboration over Contracts</a:t>
            </a:r>
          </a:p>
          <a:p>
            <a:pPr lvl="1"/>
            <a:r>
              <a:rPr lang="en-US" sz="1400" dirty="0"/>
              <a:t>Customer collaboration over contract negotiation</a:t>
            </a:r>
          </a:p>
          <a:p>
            <a:pPr lvl="1"/>
            <a:r>
              <a:rPr lang="en-US" sz="1400" dirty="0"/>
              <a:t>Close engagement with customer to ensure their requirements and needs are met. </a:t>
            </a:r>
          </a:p>
          <a:p>
            <a:pPr>
              <a:buFont typeface="+mj-lt"/>
              <a:buAutoNum type="arabicPeriod"/>
            </a:pPr>
            <a:r>
              <a:rPr lang="en-US" sz="2000" b="1" dirty="0"/>
              <a:t>Responding to change over following a Plan</a:t>
            </a:r>
          </a:p>
          <a:p>
            <a:pPr lvl="1"/>
            <a:r>
              <a:rPr lang="en-US" sz="1400" dirty="0"/>
              <a:t>Responding to change over following a plan</a:t>
            </a:r>
          </a:p>
          <a:p>
            <a:pPr lvl="1"/>
            <a:r>
              <a:rPr lang="en-US" sz="1400" dirty="0"/>
              <a:t>Allows team to shift/pivot as project requirements change without derailing the project.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3CB23-8330-A2F6-6E34-CEEF35D49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08F10D-56D8-BED0-D780-1ED72032E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2136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6BE2D-2CCC-122F-4E3E-03A27967F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12 principles of agile methodology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6A5F9B-06C8-1908-B0C1-931278BC5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E4FDD-2FBA-9373-9AD3-976A6D23B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15</a:t>
            </a:fld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DD9F5DB-0CA8-2CDC-C744-79E7733FDE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52151" y="1258403"/>
            <a:ext cx="7993627" cy="49523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1E1BC4A-DC02-6601-370A-9611DAD60195}"/>
              </a:ext>
            </a:extLst>
          </p:cNvPr>
          <p:cNvSpPr txBox="1"/>
          <p:nvPr/>
        </p:nvSpPr>
        <p:spPr>
          <a:xfrm>
            <a:off x="4424709" y="6210782"/>
            <a:ext cx="3342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Adopted from </a:t>
            </a:r>
            <a:r>
              <a:rPr lang="en-US" dirty="0">
                <a:hlinkClick r:id="rId3"/>
              </a:rPr>
              <a:t>geeksforgeeks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857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38E5D-EF85-5265-BCF1-477AFFB9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agile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53791-1BCA-268D-CC30-73CC319007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Flexibility and adaptability</a:t>
            </a:r>
            <a:r>
              <a:rPr lang="en-US" dirty="0"/>
              <a:t>: Agile allows teams to respond to changes in requirements and market conditions swiftly.</a:t>
            </a:r>
          </a:p>
          <a:p>
            <a:r>
              <a:rPr lang="en-US" b="1" dirty="0"/>
              <a:t>Faster Delivery</a:t>
            </a:r>
            <a:r>
              <a:rPr lang="en-US" dirty="0"/>
              <a:t>: By working in short cycles, teams can deliver functional increments of the product more frequently.</a:t>
            </a:r>
          </a:p>
          <a:p>
            <a:r>
              <a:rPr lang="en-US" b="1" dirty="0"/>
              <a:t>Enhanced Collaboration</a:t>
            </a:r>
            <a:r>
              <a:rPr lang="en-US" dirty="0"/>
              <a:t>: Agile promotes teamwork and communication, leading to better problem-solving and innovation.</a:t>
            </a:r>
          </a:p>
          <a:p>
            <a:r>
              <a:rPr lang="en-US" b="1" dirty="0"/>
              <a:t>Transparency</a:t>
            </a:r>
            <a:r>
              <a:rPr lang="en-US" dirty="0"/>
              <a:t>: Agile keeps stakeholders informed at every stage, ensuring clarity and alignment.</a:t>
            </a:r>
          </a:p>
          <a:p>
            <a:r>
              <a:rPr lang="en-US" b="1" dirty="0"/>
              <a:t>Iterative Development</a:t>
            </a:r>
            <a:r>
              <a:rPr lang="en-US" dirty="0"/>
              <a:t>: Work is done in small, manageable steps, allowing for regular improvements and quick adjustments.</a:t>
            </a:r>
          </a:p>
          <a:p>
            <a:r>
              <a:rPr lang="en-US" b="1" dirty="0"/>
              <a:t>Customer-Centric</a:t>
            </a:r>
            <a:r>
              <a:rPr lang="en-US" dirty="0"/>
              <a:t>: Continuous feedback from customers ensures that the final product aligns with their needs and expectations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8D9976-35DD-ABBF-19AC-CBDAAFB8A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B98B3-EF09-AD0A-4554-6993E892D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49670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DA91B-2FCB-30FF-6AA4-F06EEBA2C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 Data Privacy requirements (</a:t>
            </a:r>
            <a:r>
              <a:rPr lang="en-US" dirty="0" err="1"/>
              <a:t>gdpr</a:t>
            </a:r>
            <a:r>
              <a:rPr lang="en-US" dirty="0"/>
              <a:t>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11C537-DDB5-5FD6-B661-B39889440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16399-E2E1-A106-2D4B-C903FB076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17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C527941-A7A0-79A1-1472-A4E174E06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User Consent</a:t>
            </a:r>
          </a:p>
          <a:p>
            <a:pPr lvl="1"/>
            <a:r>
              <a:rPr lang="en-US" dirty="0"/>
              <a:t>Obtain clear and explicit consent from users before collecting personal data.</a:t>
            </a:r>
          </a:p>
          <a:p>
            <a:pPr lvl="1"/>
            <a:r>
              <a:rPr lang="en-US" dirty="0"/>
              <a:t>Allow users to withdraw from consent at any time</a:t>
            </a:r>
          </a:p>
          <a:p>
            <a:r>
              <a:rPr lang="en-US" dirty="0"/>
              <a:t>Data Minimization</a:t>
            </a:r>
          </a:p>
          <a:p>
            <a:pPr lvl="1"/>
            <a:r>
              <a:rPr lang="en-US" dirty="0"/>
              <a:t>Collect only the data necessary for app’s functionality.</a:t>
            </a:r>
          </a:p>
          <a:p>
            <a:pPr lvl="1"/>
            <a:r>
              <a:rPr lang="en-US" dirty="0"/>
              <a:t>Avoid storing unnecessary personal information.</a:t>
            </a:r>
          </a:p>
          <a:p>
            <a:r>
              <a:rPr lang="en-US" dirty="0"/>
              <a:t>User Rights</a:t>
            </a:r>
          </a:p>
          <a:p>
            <a:pPr lvl="1"/>
            <a:r>
              <a:rPr lang="en-US" dirty="0"/>
              <a:t>Provide users with access to their data and the ability to correct or delete it.</a:t>
            </a:r>
          </a:p>
          <a:p>
            <a:pPr lvl="1"/>
            <a:r>
              <a:rPr lang="en-US" dirty="0"/>
              <a:t>Enable users to download their data (data portability).</a:t>
            </a:r>
          </a:p>
          <a:p>
            <a:r>
              <a:rPr lang="en-US" dirty="0"/>
              <a:t>Security Measures</a:t>
            </a:r>
          </a:p>
          <a:p>
            <a:pPr lvl="1"/>
            <a:r>
              <a:rPr lang="en-US" dirty="0"/>
              <a:t>Implement strong encryption for data storage and transmission.</a:t>
            </a:r>
          </a:p>
          <a:p>
            <a:pPr lvl="1"/>
            <a:r>
              <a:rPr lang="en-US" dirty="0"/>
              <a:t>Regularly test and update security protocols.</a:t>
            </a:r>
          </a:p>
          <a:p>
            <a:r>
              <a:rPr lang="en-US" dirty="0"/>
              <a:t>Data Breach Notification</a:t>
            </a:r>
          </a:p>
          <a:p>
            <a:pPr lvl="1"/>
            <a:r>
              <a:rPr lang="en-US" dirty="0"/>
              <a:t>Notify authorities and affected users within 72hrs of data breach.</a:t>
            </a:r>
          </a:p>
          <a:p>
            <a:r>
              <a:rPr lang="en-US" dirty="0"/>
              <a:t>Third-Party Compliance</a:t>
            </a:r>
          </a:p>
          <a:p>
            <a:pPr lvl="1"/>
            <a:r>
              <a:rPr lang="en-US" dirty="0"/>
              <a:t>Ensure all partners and vendors comply with GDPR standards.</a:t>
            </a:r>
          </a:p>
        </p:txBody>
      </p:sp>
    </p:spTree>
    <p:extLst>
      <p:ext uri="{BB962C8B-B14F-4D97-AF65-F5344CB8AC3E}">
        <p14:creationId xmlns:p14="http://schemas.microsoft.com/office/powerpoint/2010/main" val="27698287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6160A-935D-AD89-4A63-1DEA5D9B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700" b="0" kern="1200" cap="all" baseline="0">
                <a:latin typeface="+mj-lt"/>
                <a:ea typeface="+mj-ea"/>
                <a:cs typeface="+mj-cs"/>
              </a:rPr>
              <a:t>App Features for Streamlined Fashion Item Purchasing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02F6E5-2C2D-4E94-91BC-E1F85ACA52BB}"/>
              </a:ext>
            </a:extLst>
          </p:cNvPr>
          <p:cNvSpPr txBox="1"/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29768" y="1380744"/>
            <a:ext cx="6858000" cy="498348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b="1"/>
              <a:t>User-Friendly Navigation</a:t>
            </a:r>
          </a:p>
          <a:p>
            <a:pPr marL="0" lvl="1" indent="0"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/>
              <a:t>Easy navigation helps users browse fashion items quickly and find products effortlessly.</a:t>
            </a:r>
          </a:p>
          <a:p>
            <a:pPr marL="0" indent="0"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b="1"/>
              <a:t>High-Quality Visuals</a:t>
            </a:r>
          </a:p>
          <a:p>
            <a:pPr marL="0" lvl="1" indent="0"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/>
              <a:t>High-quality images display fashion items clearly, enhancing users' decision-making process.</a:t>
            </a:r>
          </a:p>
          <a:p>
            <a:pPr marL="0" indent="0"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b="1"/>
              <a:t>Personalized Recommendations</a:t>
            </a:r>
          </a:p>
          <a:p>
            <a:pPr marL="0" lvl="1" indent="0"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/>
              <a:t>Personalized suggestions improve user engagement by offering relevant fashion items.</a:t>
            </a:r>
          </a:p>
          <a:p>
            <a:pPr marL="0" indent="0"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b="1"/>
              <a:t>Secure and Efficient Checkout</a:t>
            </a:r>
          </a:p>
          <a:p>
            <a:pPr marL="0" lvl="1" indent="0"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/>
              <a:t>Secure payment options and smooth checkout process ensure safe and quick purchases.</a:t>
            </a:r>
          </a:p>
        </p:txBody>
      </p:sp>
      <p:pic>
        <p:nvPicPr>
          <p:cNvPr id="7" name="Content Placeholder 6" descr="Augmented reality marketing . Hand holding smart phone use AR application to check information in a large clothing shop">
            <a:extLst>
              <a:ext uri="{FF2B5EF4-FFF2-40B4-BE49-F238E27FC236}">
                <a16:creationId xmlns:a16="http://schemas.microsoft.com/office/drawing/2014/main" id="{ACAEB4E1-9C87-4815-9C01-36491B344ED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36281" r="20317" b="-2"/>
          <a:stretch>
            <a:fillRect/>
          </a:stretch>
        </p:blipFill>
        <p:spPr>
          <a:xfrm>
            <a:off x="8046768" y="10"/>
            <a:ext cx="4145232" cy="639914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1BEF-19C7-A1CD-837D-390CDD351D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1/8/2026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DD8C18-B828-0CEB-C61B-A0A29DEAB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11260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56D4F-2062-B3C3-5677-726CCDD7E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/>
          <a:p>
            <a:r>
              <a:rPr lang="en-US"/>
              <a:t>Conclusion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58DFE8CC-8232-B300-1A4F-F93DBCB42F4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829773912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429768" y="3264408"/>
          <a:ext cx="10890374" cy="28346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D6AE8-998A-10B1-9BE7-D437988994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1/8/2026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8B199-EE78-8565-9C38-B24F2F5AE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96885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asisVTI">
  <a:themeElements>
    <a:clrScheme name="Oasis">
      <a:dk1>
        <a:srgbClr val="131313"/>
      </a:dk1>
      <a:lt1>
        <a:sysClr val="window" lastClr="FFFFFF"/>
      </a:lt1>
      <a:dk2>
        <a:srgbClr val="3D3C33"/>
      </a:dk2>
      <a:lt2>
        <a:srgbClr val="F0EDE6"/>
      </a:lt2>
      <a:accent1>
        <a:srgbClr val="A57361"/>
      </a:accent1>
      <a:accent2>
        <a:srgbClr val="BE8856"/>
      </a:accent2>
      <a:accent3>
        <a:srgbClr val="BD9075"/>
      </a:accent3>
      <a:accent4>
        <a:srgbClr val="939081"/>
      </a:accent4>
      <a:accent5>
        <a:srgbClr val="A16D4C"/>
      </a:accent5>
      <a:accent6>
        <a:srgbClr val="8C8662"/>
      </a:accent6>
      <a:hlink>
        <a:srgbClr val="A57361"/>
      </a:hlink>
      <a:folHlink>
        <a:srgbClr val="8C8662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asis_win32_DN_V3" id="{65F5DFDA-B6D8-4F37-85B8-E95C858FA146}" vid="{998F2FB7-179B-41D4-99FF-60A4C828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2037</TotalTime>
  <Words>1181</Words>
  <Application>Microsoft Office PowerPoint</Application>
  <PresentationFormat>Widescreen</PresentationFormat>
  <Paragraphs>194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Arial</vt:lpstr>
      <vt:lpstr>Neue Haas Grotesk Text Pro</vt:lpstr>
      <vt:lpstr>OasisVTI</vt:lpstr>
      <vt:lpstr>Fashion-insta Empowering Fashion Shopping</vt:lpstr>
      <vt:lpstr>Executive summary</vt:lpstr>
      <vt:lpstr>Problem Statement</vt:lpstr>
      <vt:lpstr>Solution statement</vt:lpstr>
      <vt:lpstr>GRAPH OF SOLUTIONS</vt:lpstr>
      <vt:lpstr>OBJECTIVES AND EXPECTED BENEFITS</vt:lpstr>
      <vt:lpstr>Technical REQUIREMENT</vt:lpstr>
      <vt:lpstr>HUMAN requirements</vt:lpstr>
      <vt:lpstr>FINANCIAL cost &amp; budget</vt:lpstr>
      <vt:lpstr>roi</vt:lpstr>
      <vt:lpstr>milestones</vt:lpstr>
      <vt:lpstr>AGILE Method</vt:lpstr>
      <vt:lpstr>Life cycle of AGILE Methodology</vt:lpstr>
      <vt:lpstr>Agile manifesto</vt:lpstr>
      <vt:lpstr>12 principles of agile methodology</vt:lpstr>
      <vt:lpstr>Benefits of agile</vt:lpstr>
      <vt:lpstr>EU Data Privacy requirements (gdpr)</vt:lpstr>
      <vt:lpstr>App Features for Streamlined Fashion Item Purchasing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 Ok</dc:creator>
  <cp:lastModifiedBy>Phil Ok</cp:lastModifiedBy>
  <cp:revision>9</cp:revision>
  <dcterms:created xsi:type="dcterms:W3CDTF">2026-01-06T21:46:16Z</dcterms:created>
  <dcterms:modified xsi:type="dcterms:W3CDTF">2026-01-09T00:14:29Z</dcterms:modified>
</cp:coreProperties>
</file>