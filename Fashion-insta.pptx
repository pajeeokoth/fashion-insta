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5"/>
  </p:notesMasterIdLst>
  <p:sldIdLst>
    <p:sldId id="2561" r:id="rId2"/>
    <p:sldId id="2564" r:id="rId3"/>
    <p:sldId id="2566" r:id="rId4"/>
    <p:sldId id="2567" r:id="rId5"/>
    <p:sldId id="2565" r:id="rId6"/>
    <p:sldId id="2569" r:id="rId7"/>
    <p:sldId id="2590" r:id="rId8"/>
    <p:sldId id="2570" r:id="rId9"/>
    <p:sldId id="2571" r:id="rId10"/>
    <p:sldId id="2572" r:id="rId11"/>
    <p:sldId id="2589" r:id="rId12"/>
    <p:sldId id="2573" r:id="rId13"/>
    <p:sldId id="2575" r:id="rId14"/>
    <p:sldId id="2576" r:id="rId15"/>
    <p:sldId id="2577" r:id="rId16"/>
    <p:sldId id="2591" r:id="rId17"/>
    <p:sldId id="2592" r:id="rId18"/>
    <p:sldId id="2563" r:id="rId19"/>
    <p:sldId id="2588" r:id="rId20"/>
    <p:sldId id="2587" r:id="rId21"/>
    <p:sldId id="2586" r:id="rId22"/>
    <p:sldId id="2593" r:id="rId23"/>
    <p:sldId id="256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mpowering Fashion Shopping: Developing a User-Friendly Mobile App for Seamless Purchases" id="{AE3B0FF9-A5FF-4AFF-8139-1AB479D8F0E7}">
          <p14:sldIdLst>
            <p14:sldId id="2561"/>
            <p14:sldId id="2564"/>
          </p14:sldIdLst>
        </p14:section>
        <p14:section name="Problem &amp;Solution Statements" id="{F47587B7-F2A0-4DAE-90B4-42A0FA821F77}">
          <p14:sldIdLst>
            <p14:sldId id="2566"/>
            <p14:sldId id="2567"/>
            <p14:sldId id="2565"/>
          </p14:sldIdLst>
        </p14:section>
        <p14:section name="Project Requirements" id="{AF51BCC1-17B3-435E-86C9-6E95D0688FBF}">
          <p14:sldIdLst>
            <p14:sldId id="2569"/>
            <p14:sldId id="2590"/>
            <p14:sldId id="2570"/>
            <p14:sldId id="2571"/>
            <p14:sldId id="2572"/>
            <p14:sldId id="2589"/>
            <p14:sldId id="2573"/>
          </p14:sldIdLst>
        </p14:section>
        <p14:section name="Agile Methodology" id="{63B8A95C-F4DD-4B6B-A4A7-F4838C859E12}">
          <p14:sldIdLst>
            <p14:sldId id="2575"/>
            <p14:sldId id="2576"/>
            <p14:sldId id="2577"/>
          </p14:sldIdLst>
        </p14:section>
        <p14:section name="project backlog" id="{A124CF26-4632-4190-8BE2-DA99244727BA}">
          <p14:sldIdLst/>
        </p14:section>
        <p14:section name="Risks &amp; Mitigation" id="{82BFFD12-573C-4B41-884C-1445E3A3E1D0}">
          <p14:sldIdLst>
            <p14:sldId id="2591"/>
          </p14:sldIdLst>
        </p14:section>
        <p14:section name="Ethical and Legal Issues" id="{2D330641-20D5-4CA3-B265-2640ED421AD8}">
          <p14:sldIdLst>
            <p14:sldId id="2592"/>
          </p14:sldIdLst>
        </p14:section>
        <p14:section name="Conclusion" id="{E5600DF5-97B2-466C-9B48-C6FD0F788D67}">
          <p14:sldIdLst>
            <p14:sldId id="2563"/>
          </p14:sldIdLst>
        </p14:section>
        <p14:section name="Appendix" id="{FC18B322-F2AB-4914-8B8C-885688A564DB}">
          <p14:sldIdLst>
            <p14:sldId id="2588"/>
            <p14:sldId id="2587"/>
            <p14:sldId id="2586"/>
            <p14:sldId id="2593"/>
            <p14:sldId id="25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70" autoAdjust="0"/>
    <p:restoredTop sz="94660"/>
  </p:normalViewPr>
  <p:slideViewPr>
    <p:cSldViewPr snapToGrid="0">
      <p:cViewPr varScale="1">
        <p:scale>
          <a:sx n="76" d="100"/>
          <a:sy n="76" d="100"/>
        </p:scale>
        <p:origin x="120" y="402"/>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diagrams/_rels/data1.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svg"/><Relationship Id="rId1" Type="http://schemas.openxmlformats.org/officeDocument/2006/relationships/image" Target="../media/image20.png"/><Relationship Id="rId6" Type="http://schemas.openxmlformats.org/officeDocument/2006/relationships/image" Target="../media/image25.svg"/><Relationship Id="rId5" Type="http://schemas.openxmlformats.org/officeDocument/2006/relationships/image" Target="../media/image24.png"/><Relationship Id="rId10" Type="http://schemas.openxmlformats.org/officeDocument/2006/relationships/image" Target="../media/image29.svg"/><Relationship Id="rId4" Type="http://schemas.openxmlformats.org/officeDocument/2006/relationships/image" Target="../media/image23.svg"/><Relationship Id="rId9" Type="http://schemas.openxmlformats.org/officeDocument/2006/relationships/image" Target="../media/image28.png"/></Relationships>
</file>

<file path=ppt/diagrams/_rels/drawing1.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svg"/><Relationship Id="rId1" Type="http://schemas.openxmlformats.org/officeDocument/2006/relationships/image" Target="../media/image20.png"/><Relationship Id="rId6" Type="http://schemas.openxmlformats.org/officeDocument/2006/relationships/image" Target="../media/image25.svg"/><Relationship Id="rId5" Type="http://schemas.openxmlformats.org/officeDocument/2006/relationships/image" Target="../media/image24.png"/><Relationship Id="rId10" Type="http://schemas.openxmlformats.org/officeDocument/2006/relationships/image" Target="../media/image29.svg"/><Relationship Id="rId4" Type="http://schemas.openxmlformats.org/officeDocument/2006/relationships/image" Target="../media/image23.svg"/><Relationship Id="rId9" Type="http://schemas.openxmlformats.org/officeDocument/2006/relationships/image" Target="../media/image28.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40BFBB-F052-41B1-9C03-4582C5905D6D}"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EF04503E-A61A-4C8F-BA97-3E00B3F87F4A}">
      <dgm:prSet/>
      <dgm:spPr/>
      <dgm:t>
        <a:bodyPr/>
        <a:lstStyle/>
        <a:p>
          <a:r>
            <a:rPr lang="en-US" dirty="0"/>
            <a:t>Project goal: </a:t>
          </a:r>
        </a:p>
        <a:p>
          <a:r>
            <a:rPr lang="en-US" dirty="0"/>
            <a:t>Improve user experience through an app allowing photo upload and returning a digitally curated fashion recommendations.</a:t>
          </a:r>
        </a:p>
      </dgm:t>
    </dgm:pt>
    <dgm:pt modelId="{8F84F401-C7D1-4A15-B3B5-9D1BF15BC40C}" type="parTrans" cxnId="{30B04F97-9280-424A-AC3F-9D2FA177FF84}">
      <dgm:prSet/>
      <dgm:spPr/>
      <dgm:t>
        <a:bodyPr/>
        <a:lstStyle/>
        <a:p>
          <a:endParaRPr lang="en-US"/>
        </a:p>
      </dgm:t>
    </dgm:pt>
    <dgm:pt modelId="{B14FC427-3F69-4840-862D-D4F160612E17}" type="sibTrans" cxnId="{30B04F97-9280-424A-AC3F-9D2FA177FF84}">
      <dgm:prSet/>
      <dgm:spPr/>
      <dgm:t>
        <a:bodyPr/>
        <a:lstStyle/>
        <a:p>
          <a:endParaRPr lang="en-US"/>
        </a:p>
      </dgm:t>
    </dgm:pt>
    <dgm:pt modelId="{B8FAADC1-640F-4388-B5FB-96980DEB5DD4}">
      <dgm:prSet/>
      <dgm:spPr/>
      <dgm:t>
        <a:bodyPr/>
        <a:lstStyle/>
        <a:p>
          <a:r>
            <a:rPr lang="en-US" dirty="0"/>
            <a:t>Value Proposition:</a:t>
          </a:r>
        </a:p>
        <a:p>
          <a:r>
            <a:rPr lang="en-US" dirty="0"/>
            <a:t>Improved user experiences, engagement, and retention and increased sales.</a:t>
          </a:r>
        </a:p>
      </dgm:t>
    </dgm:pt>
    <dgm:pt modelId="{1FDF0CF4-7E08-49DE-ABEB-E377EA8868B7}" type="parTrans" cxnId="{3E2BCF6B-9388-41F6-A6E5-23FD956FD10A}">
      <dgm:prSet/>
      <dgm:spPr/>
      <dgm:t>
        <a:bodyPr/>
        <a:lstStyle/>
        <a:p>
          <a:endParaRPr lang="en-US"/>
        </a:p>
      </dgm:t>
    </dgm:pt>
    <dgm:pt modelId="{B1531B58-50E0-42F6-B48D-C4AA7F6F432F}" type="sibTrans" cxnId="{3E2BCF6B-9388-41F6-A6E5-23FD956FD10A}">
      <dgm:prSet/>
      <dgm:spPr/>
      <dgm:t>
        <a:bodyPr/>
        <a:lstStyle/>
        <a:p>
          <a:endParaRPr lang="en-US"/>
        </a:p>
      </dgm:t>
    </dgm:pt>
    <dgm:pt modelId="{F1C30C8D-0347-4F37-A48C-D6B4CE241503}">
      <dgm:prSet/>
      <dgm:spPr/>
      <dgm:t>
        <a:bodyPr/>
        <a:lstStyle/>
        <a:p>
          <a:r>
            <a:rPr lang="en-US" dirty="0"/>
            <a:t>Project Scope: </a:t>
          </a:r>
        </a:p>
        <a:p>
          <a:r>
            <a:rPr lang="en-US" dirty="0"/>
            <a:t>The estimated timeline of the project is six weeks (design to deployment).</a:t>
          </a:r>
        </a:p>
      </dgm:t>
    </dgm:pt>
    <dgm:pt modelId="{E4A14D3B-044E-41D6-B39E-173E0DCEE49E}" type="parTrans" cxnId="{B1F7D12C-1A5F-453B-9799-5A0A80E3495B}">
      <dgm:prSet/>
      <dgm:spPr/>
      <dgm:t>
        <a:bodyPr/>
        <a:lstStyle/>
        <a:p>
          <a:endParaRPr lang="en-US"/>
        </a:p>
      </dgm:t>
    </dgm:pt>
    <dgm:pt modelId="{7825C307-7F91-4896-99EE-D33053066310}" type="sibTrans" cxnId="{B1F7D12C-1A5F-453B-9799-5A0A80E3495B}">
      <dgm:prSet/>
      <dgm:spPr/>
      <dgm:t>
        <a:bodyPr/>
        <a:lstStyle/>
        <a:p>
          <a:endParaRPr lang="en-US"/>
        </a:p>
      </dgm:t>
    </dgm:pt>
    <dgm:pt modelId="{1B46159E-4146-4AB0-B8AF-FBE3DAC21D05}">
      <dgm:prSet/>
      <dgm:spPr/>
      <dgm:t>
        <a:bodyPr/>
        <a:lstStyle/>
        <a:p>
          <a:r>
            <a:rPr lang="en-US" dirty="0"/>
            <a:t>Project Cost: </a:t>
          </a:r>
        </a:p>
        <a:p>
          <a:r>
            <a:rPr lang="en-US" dirty="0"/>
            <a:t>Estimated Total Budget $221,000-$520,000.</a:t>
          </a:r>
        </a:p>
      </dgm:t>
    </dgm:pt>
    <dgm:pt modelId="{1E370C65-56F3-40E4-96F9-21BBF6D8AA3B}" type="parTrans" cxnId="{37B8F4E5-101E-42F0-9432-C9CB6B20B665}">
      <dgm:prSet/>
      <dgm:spPr/>
      <dgm:t>
        <a:bodyPr/>
        <a:lstStyle/>
        <a:p>
          <a:endParaRPr lang="en-US"/>
        </a:p>
      </dgm:t>
    </dgm:pt>
    <dgm:pt modelId="{7FD01955-7B31-4825-AD48-96245B10D4C3}" type="sibTrans" cxnId="{37B8F4E5-101E-42F0-9432-C9CB6B20B665}">
      <dgm:prSet/>
      <dgm:spPr/>
      <dgm:t>
        <a:bodyPr/>
        <a:lstStyle/>
        <a:p>
          <a:endParaRPr lang="en-US"/>
        </a:p>
      </dgm:t>
    </dgm:pt>
    <dgm:pt modelId="{28B07F4A-575A-4E6A-929A-266F8FD39C38}">
      <dgm:prSet/>
      <dgm:spPr/>
      <dgm:t>
        <a:bodyPr/>
        <a:lstStyle/>
        <a:p>
          <a:r>
            <a:rPr lang="en-US" dirty="0"/>
            <a:t>ROI:</a:t>
          </a:r>
        </a:p>
        <a:p>
          <a:r>
            <a:rPr lang="en-US" dirty="0"/>
            <a:t>Projected profit in the first three years is $300M per year.</a:t>
          </a:r>
        </a:p>
      </dgm:t>
    </dgm:pt>
    <dgm:pt modelId="{F186B604-D91B-49C8-A54B-5824E3EBADA5}" type="parTrans" cxnId="{320B4C4F-F01B-4242-BCE4-92DB55373256}">
      <dgm:prSet/>
      <dgm:spPr/>
      <dgm:t>
        <a:bodyPr/>
        <a:lstStyle/>
        <a:p>
          <a:endParaRPr lang="en-US"/>
        </a:p>
      </dgm:t>
    </dgm:pt>
    <dgm:pt modelId="{05275D61-62BE-4DB6-A9AE-CBF18A14470B}" type="sibTrans" cxnId="{320B4C4F-F01B-4242-BCE4-92DB55373256}">
      <dgm:prSet/>
      <dgm:spPr/>
      <dgm:t>
        <a:bodyPr/>
        <a:lstStyle/>
        <a:p>
          <a:endParaRPr lang="en-US"/>
        </a:p>
      </dgm:t>
    </dgm:pt>
    <dgm:pt modelId="{4C5B4C2B-6766-4138-9EE7-8E0196A1CB83}" type="pres">
      <dgm:prSet presAssocID="{8C40BFBB-F052-41B1-9C03-4582C5905D6D}" presName="root" presStyleCnt="0">
        <dgm:presLayoutVars>
          <dgm:dir/>
          <dgm:resizeHandles val="exact"/>
        </dgm:presLayoutVars>
      </dgm:prSet>
      <dgm:spPr/>
    </dgm:pt>
    <dgm:pt modelId="{18C94557-D760-4E1E-A179-0FFAE36D0D23}" type="pres">
      <dgm:prSet presAssocID="{EF04503E-A61A-4C8F-BA97-3E00B3F87F4A}" presName="compNode" presStyleCnt="0"/>
      <dgm:spPr/>
    </dgm:pt>
    <dgm:pt modelId="{B4C9C033-549B-4B3D-929C-86A4B3D2DA2C}" type="pres">
      <dgm:prSet presAssocID="{EF04503E-A61A-4C8F-BA97-3E00B3F87F4A}" presName="bgRect" presStyleLbl="bgShp" presStyleIdx="0" presStyleCnt="5"/>
      <dgm:spPr/>
    </dgm:pt>
    <dgm:pt modelId="{09A02C42-D633-4BB9-AF07-EAFBFCB88728}" type="pres">
      <dgm:prSet presAssocID="{EF04503E-A61A-4C8F-BA97-3E00B3F87F4A}"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ullseye"/>
        </a:ext>
      </dgm:extLst>
    </dgm:pt>
    <dgm:pt modelId="{7997AEC4-A597-43FD-83F1-C12B2DAB09EC}" type="pres">
      <dgm:prSet presAssocID="{EF04503E-A61A-4C8F-BA97-3E00B3F87F4A}" presName="spaceRect" presStyleCnt="0"/>
      <dgm:spPr/>
    </dgm:pt>
    <dgm:pt modelId="{D6AA7D11-33DE-4E6F-9F8C-FDE8141FEAD5}" type="pres">
      <dgm:prSet presAssocID="{EF04503E-A61A-4C8F-BA97-3E00B3F87F4A}" presName="parTx" presStyleLbl="revTx" presStyleIdx="0" presStyleCnt="5">
        <dgm:presLayoutVars>
          <dgm:chMax val="0"/>
          <dgm:chPref val="0"/>
        </dgm:presLayoutVars>
      </dgm:prSet>
      <dgm:spPr/>
    </dgm:pt>
    <dgm:pt modelId="{6CFE78C8-4DF9-4A96-A852-79BB7644ED2D}" type="pres">
      <dgm:prSet presAssocID="{B14FC427-3F69-4840-862D-D4F160612E17}" presName="sibTrans" presStyleCnt="0"/>
      <dgm:spPr/>
    </dgm:pt>
    <dgm:pt modelId="{AAC0B3F8-59F1-4771-ADE8-F9DDFF1F050B}" type="pres">
      <dgm:prSet presAssocID="{B8FAADC1-640F-4388-B5FB-96980DEB5DD4}" presName="compNode" presStyleCnt="0"/>
      <dgm:spPr/>
    </dgm:pt>
    <dgm:pt modelId="{44EA7E16-4E48-4527-8B3E-CD33866892F3}" type="pres">
      <dgm:prSet presAssocID="{B8FAADC1-640F-4388-B5FB-96980DEB5DD4}" presName="bgRect" presStyleLbl="bgShp" presStyleIdx="1" presStyleCnt="5"/>
      <dgm:spPr/>
    </dgm:pt>
    <dgm:pt modelId="{EE3FD82D-EABE-40ED-9DD3-C494FCB001B5}" type="pres">
      <dgm:prSet presAssocID="{B8FAADC1-640F-4388-B5FB-96980DEB5DD4}"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andshake"/>
        </a:ext>
      </dgm:extLst>
    </dgm:pt>
    <dgm:pt modelId="{DD4B926D-D2D2-41E3-AF68-6610214C915A}" type="pres">
      <dgm:prSet presAssocID="{B8FAADC1-640F-4388-B5FB-96980DEB5DD4}" presName="spaceRect" presStyleCnt="0"/>
      <dgm:spPr/>
    </dgm:pt>
    <dgm:pt modelId="{34A55657-61D8-4B72-9688-D0DC63D370B5}" type="pres">
      <dgm:prSet presAssocID="{B8FAADC1-640F-4388-B5FB-96980DEB5DD4}" presName="parTx" presStyleLbl="revTx" presStyleIdx="1" presStyleCnt="5">
        <dgm:presLayoutVars>
          <dgm:chMax val="0"/>
          <dgm:chPref val="0"/>
        </dgm:presLayoutVars>
      </dgm:prSet>
      <dgm:spPr/>
    </dgm:pt>
    <dgm:pt modelId="{CDC2062C-5AF2-4349-8A62-0F43692A24FE}" type="pres">
      <dgm:prSet presAssocID="{B1531B58-50E0-42F6-B48D-C4AA7F6F432F}" presName="sibTrans" presStyleCnt="0"/>
      <dgm:spPr/>
    </dgm:pt>
    <dgm:pt modelId="{493BAA26-6600-4569-8250-FD5DA3FE077F}" type="pres">
      <dgm:prSet presAssocID="{F1C30C8D-0347-4F37-A48C-D6B4CE241503}" presName="compNode" presStyleCnt="0"/>
      <dgm:spPr/>
    </dgm:pt>
    <dgm:pt modelId="{E3550E14-23A0-449E-9E55-DC46E621F54E}" type="pres">
      <dgm:prSet presAssocID="{F1C30C8D-0347-4F37-A48C-D6B4CE241503}" presName="bgRect" presStyleLbl="bgShp" presStyleIdx="2" presStyleCnt="5"/>
      <dgm:spPr/>
    </dgm:pt>
    <dgm:pt modelId="{B517C48B-E41F-4A85-B28F-851BD051F4FE}" type="pres">
      <dgm:prSet presAssocID="{F1C30C8D-0347-4F37-A48C-D6B4CE241503}"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heckmark"/>
        </a:ext>
      </dgm:extLst>
    </dgm:pt>
    <dgm:pt modelId="{C72E4665-0607-4185-9CBD-DF7A9DBD419E}" type="pres">
      <dgm:prSet presAssocID="{F1C30C8D-0347-4F37-A48C-D6B4CE241503}" presName="spaceRect" presStyleCnt="0"/>
      <dgm:spPr/>
    </dgm:pt>
    <dgm:pt modelId="{E14F366B-040E-4850-B4A0-25AD541D2AC1}" type="pres">
      <dgm:prSet presAssocID="{F1C30C8D-0347-4F37-A48C-D6B4CE241503}" presName="parTx" presStyleLbl="revTx" presStyleIdx="2" presStyleCnt="5">
        <dgm:presLayoutVars>
          <dgm:chMax val="0"/>
          <dgm:chPref val="0"/>
        </dgm:presLayoutVars>
      </dgm:prSet>
      <dgm:spPr/>
    </dgm:pt>
    <dgm:pt modelId="{246968F7-02C7-45C3-97B9-18E5C1CE402B}" type="pres">
      <dgm:prSet presAssocID="{7825C307-7F91-4896-99EE-D33053066310}" presName="sibTrans" presStyleCnt="0"/>
      <dgm:spPr/>
    </dgm:pt>
    <dgm:pt modelId="{97C0976E-ED41-479F-B79A-B5F31D9BEFBC}" type="pres">
      <dgm:prSet presAssocID="{1B46159E-4146-4AB0-B8AF-FBE3DAC21D05}" presName="compNode" presStyleCnt="0"/>
      <dgm:spPr/>
    </dgm:pt>
    <dgm:pt modelId="{136124B6-06FB-4E3F-B7D6-52EA998A97A9}" type="pres">
      <dgm:prSet presAssocID="{1B46159E-4146-4AB0-B8AF-FBE3DAC21D05}" presName="bgRect" presStyleLbl="bgShp" presStyleIdx="3" presStyleCnt="5"/>
      <dgm:spPr/>
    </dgm:pt>
    <dgm:pt modelId="{6DB9F6C9-9C5B-47AB-A9E9-CA94ECA43585}" type="pres">
      <dgm:prSet presAssocID="{1B46159E-4146-4AB0-B8AF-FBE3DAC21D05}"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ales of Justice"/>
        </a:ext>
      </dgm:extLst>
    </dgm:pt>
    <dgm:pt modelId="{A4DB964F-83D8-4AEE-A62F-E70B8B6D23F3}" type="pres">
      <dgm:prSet presAssocID="{1B46159E-4146-4AB0-B8AF-FBE3DAC21D05}" presName="spaceRect" presStyleCnt="0"/>
      <dgm:spPr/>
    </dgm:pt>
    <dgm:pt modelId="{4550AECF-F2BE-4416-8B0E-C87B6DDD9955}" type="pres">
      <dgm:prSet presAssocID="{1B46159E-4146-4AB0-B8AF-FBE3DAC21D05}" presName="parTx" presStyleLbl="revTx" presStyleIdx="3" presStyleCnt="5">
        <dgm:presLayoutVars>
          <dgm:chMax val="0"/>
          <dgm:chPref val="0"/>
        </dgm:presLayoutVars>
      </dgm:prSet>
      <dgm:spPr/>
    </dgm:pt>
    <dgm:pt modelId="{77439460-F3F3-401D-997C-E6A32DE864CF}" type="pres">
      <dgm:prSet presAssocID="{7FD01955-7B31-4825-AD48-96245B10D4C3}" presName="sibTrans" presStyleCnt="0"/>
      <dgm:spPr/>
    </dgm:pt>
    <dgm:pt modelId="{FC4217DA-A30B-4A9A-B103-6956A743CC1D}" type="pres">
      <dgm:prSet presAssocID="{28B07F4A-575A-4E6A-929A-266F8FD39C38}" presName="compNode" presStyleCnt="0"/>
      <dgm:spPr/>
    </dgm:pt>
    <dgm:pt modelId="{36F479B0-0D9A-45B0-A619-6503639ED3C7}" type="pres">
      <dgm:prSet presAssocID="{28B07F4A-575A-4E6A-929A-266F8FD39C38}" presName="bgRect" presStyleLbl="bgShp" presStyleIdx="4" presStyleCnt="5"/>
      <dgm:spPr/>
    </dgm:pt>
    <dgm:pt modelId="{2538D235-7861-4698-9FC3-4B445F4C6A2C}" type="pres">
      <dgm:prSet presAssocID="{28B07F4A-575A-4E6A-929A-266F8FD39C38}"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Upward trend"/>
        </a:ext>
      </dgm:extLst>
    </dgm:pt>
    <dgm:pt modelId="{2877228F-714A-46A8-8B34-8882EB9DAE3B}" type="pres">
      <dgm:prSet presAssocID="{28B07F4A-575A-4E6A-929A-266F8FD39C38}" presName="spaceRect" presStyleCnt="0"/>
      <dgm:spPr/>
    </dgm:pt>
    <dgm:pt modelId="{2C56CC2C-AD30-4F29-AE4E-DE015755DE72}" type="pres">
      <dgm:prSet presAssocID="{28B07F4A-575A-4E6A-929A-266F8FD39C38}" presName="parTx" presStyleLbl="revTx" presStyleIdx="4" presStyleCnt="5">
        <dgm:presLayoutVars>
          <dgm:chMax val="0"/>
          <dgm:chPref val="0"/>
        </dgm:presLayoutVars>
      </dgm:prSet>
      <dgm:spPr/>
    </dgm:pt>
  </dgm:ptLst>
  <dgm:cxnLst>
    <dgm:cxn modelId="{B1F7D12C-1A5F-453B-9799-5A0A80E3495B}" srcId="{8C40BFBB-F052-41B1-9C03-4582C5905D6D}" destId="{F1C30C8D-0347-4F37-A48C-D6B4CE241503}" srcOrd="2" destOrd="0" parTransId="{E4A14D3B-044E-41D6-B39E-173E0DCEE49E}" sibTransId="{7825C307-7F91-4896-99EE-D33053066310}"/>
    <dgm:cxn modelId="{045ABA38-0C82-4E43-BE46-F9519CDFD914}" type="presOf" srcId="{B8FAADC1-640F-4388-B5FB-96980DEB5DD4}" destId="{34A55657-61D8-4B72-9688-D0DC63D370B5}" srcOrd="0" destOrd="0" presId="urn:microsoft.com/office/officeart/2018/2/layout/IconVerticalSolidList"/>
    <dgm:cxn modelId="{8BE31F3A-BC84-4591-A930-CCB9C43C6454}" type="presOf" srcId="{1B46159E-4146-4AB0-B8AF-FBE3DAC21D05}" destId="{4550AECF-F2BE-4416-8B0E-C87B6DDD9955}" srcOrd="0" destOrd="0" presId="urn:microsoft.com/office/officeart/2018/2/layout/IconVerticalSolidList"/>
    <dgm:cxn modelId="{3E2BCF6B-9388-41F6-A6E5-23FD956FD10A}" srcId="{8C40BFBB-F052-41B1-9C03-4582C5905D6D}" destId="{B8FAADC1-640F-4388-B5FB-96980DEB5DD4}" srcOrd="1" destOrd="0" parTransId="{1FDF0CF4-7E08-49DE-ABEB-E377EA8868B7}" sibTransId="{B1531B58-50E0-42F6-B48D-C4AA7F6F432F}"/>
    <dgm:cxn modelId="{320B4C4F-F01B-4242-BCE4-92DB55373256}" srcId="{8C40BFBB-F052-41B1-9C03-4582C5905D6D}" destId="{28B07F4A-575A-4E6A-929A-266F8FD39C38}" srcOrd="4" destOrd="0" parTransId="{F186B604-D91B-49C8-A54B-5824E3EBADA5}" sibTransId="{05275D61-62BE-4DB6-A9AE-CBF18A14470B}"/>
    <dgm:cxn modelId="{9A4A9255-A597-4DD0-9BC4-0FC03814EA9B}" type="presOf" srcId="{EF04503E-A61A-4C8F-BA97-3E00B3F87F4A}" destId="{D6AA7D11-33DE-4E6F-9F8C-FDE8141FEAD5}" srcOrd="0" destOrd="0" presId="urn:microsoft.com/office/officeart/2018/2/layout/IconVerticalSolidList"/>
    <dgm:cxn modelId="{B7954177-CB84-405F-A2E2-02C76B080278}" type="presOf" srcId="{28B07F4A-575A-4E6A-929A-266F8FD39C38}" destId="{2C56CC2C-AD30-4F29-AE4E-DE015755DE72}" srcOrd="0" destOrd="0" presId="urn:microsoft.com/office/officeart/2018/2/layout/IconVerticalSolidList"/>
    <dgm:cxn modelId="{30B04F97-9280-424A-AC3F-9D2FA177FF84}" srcId="{8C40BFBB-F052-41B1-9C03-4582C5905D6D}" destId="{EF04503E-A61A-4C8F-BA97-3E00B3F87F4A}" srcOrd="0" destOrd="0" parTransId="{8F84F401-C7D1-4A15-B3B5-9D1BF15BC40C}" sibTransId="{B14FC427-3F69-4840-862D-D4F160612E17}"/>
    <dgm:cxn modelId="{93108CD9-F11C-48C3-9F74-DDCA3E565F15}" type="presOf" srcId="{F1C30C8D-0347-4F37-A48C-D6B4CE241503}" destId="{E14F366B-040E-4850-B4A0-25AD541D2AC1}" srcOrd="0" destOrd="0" presId="urn:microsoft.com/office/officeart/2018/2/layout/IconVerticalSolidList"/>
    <dgm:cxn modelId="{EA6728E4-64DD-4BDD-807F-8B583D77C88C}" type="presOf" srcId="{8C40BFBB-F052-41B1-9C03-4582C5905D6D}" destId="{4C5B4C2B-6766-4138-9EE7-8E0196A1CB83}" srcOrd="0" destOrd="0" presId="urn:microsoft.com/office/officeart/2018/2/layout/IconVerticalSolidList"/>
    <dgm:cxn modelId="{37B8F4E5-101E-42F0-9432-C9CB6B20B665}" srcId="{8C40BFBB-F052-41B1-9C03-4582C5905D6D}" destId="{1B46159E-4146-4AB0-B8AF-FBE3DAC21D05}" srcOrd="3" destOrd="0" parTransId="{1E370C65-56F3-40E4-96F9-21BBF6D8AA3B}" sibTransId="{7FD01955-7B31-4825-AD48-96245B10D4C3}"/>
    <dgm:cxn modelId="{74854D87-0150-44D7-8575-D092D7BA2380}" type="presParOf" srcId="{4C5B4C2B-6766-4138-9EE7-8E0196A1CB83}" destId="{18C94557-D760-4E1E-A179-0FFAE36D0D23}" srcOrd="0" destOrd="0" presId="urn:microsoft.com/office/officeart/2018/2/layout/IconVerticalSolidList"/>
    <dgm:cxn modelId="{3138F32F-8BEF-4727-8860-66387B264061}" type="presParOf" srcId="{18C94557-D760-4E1E-A179-0FFAE36D0D23}" destId="{B4C9C033-549B-4B3D-929C-86A4B3D2DA2C}" srcOrd="0" destOrd="0" presId="urn:microsoft.com/office/officeart/2018/2/layout/IconVerticalSolidList"/>
    <dgm:cxn modelId="{B81C72AF-5C8D-4D77-B56B-4CB4B5E5D0F8}" type="presParOf" srcId="{18C94557-D760-4E1E-A179-0FFAE36D0D23}" destId="{09A02C42-D633-4BB9-AF07-EAFBFCB88728}" srcOrd="1" destOrd="0" presId="urn:microsoft.com/office/officeart/2018/2/layout/IconVerticalSolidList"/>
    <dgm:cxn modelId="{C1D3C2AA-7FA6-4553-924E-9416FF91CD25}" type="presParOf" srcId="{18C94557-D760-4E1E-A179-0FFAE36D0D23}" destId="{7997AEC4-A597-43FD-83F1-C12B2DAB09EC}" srcOrd="2" destOrd="0" presId="urn:microsoft.com/office/officeart/2018/2/layout/IconVerticalSolidList"/>
    <dgm:cxn modelId="{EEB68E05-0B14-4724-981C-7289438591F1}" type="presParOf" srcId="{18C94557-D760-4E1E-A179-0FFAE36D0D23}" destId="{D6AA7D11-33DE-4E6F-9F8C-FDE8141FEAD5}" srcOrd="3" destOrd="0" presId="urn:microsoft.com/office/officeart/2018/2/layout/IconVerticalSolidList"/>
    <dgm:cxn modelId="{828C2B7E-7A89-4BD5-B482-7143D0229715}" type="presParOf" srcId="{4C5B4C2B-6766-4138-9EE7-8E0196A1CB83}" destId="{6CFE78C8-4DF9-4A96-A852-79BB7644ED2D}" srcOrd="1" destOrd="0" presId="urn:microsoft.com/office/officeart/2018/2/layout/IconVerticalSolidList"/>
    <dgm:cxn modelId="{2705982A-1F94-4634-8A1E-1BE3BCDFD3BA}" type="presParOf" srcId="{4C5B4C2B-6766-4138-9EE7-8E0196A1CB83}" destId="{AAC0B3F8-59F1-4771-ADE8-F9DDFF1F050B}" srcOrd="2" destOrd="0" presId="urn:microsoft.com/office/officeart/2018/2/layout/IconVerticalSolidList"/>
    <dgm:cxn modelId="{7FB877F4-FE8A-4D06-8FCF-9D91DE46B6AA}" type="presParOf" srcId="{AAC0B3F8-59F1-4771-ADE8-F9DDFF1F050B}" destId="{44EA7E16-4E48-4527-8B3E-CD33866892F3}" srcOrd="0" destOrd="0" presId="urn:microsoft.com/office/officeart/2018/2/layout/IconVerticalSolidList"/>
    <dgm:cxn modelId="{3BB91CEC-A94F-4ECB-8000-03CBB6059EB5}" type="presParOf" srcId="{AAC0B3F8-59F1-4771-ADE8-F9DDFF1F050B}" destId="{EE3FD82D-EABE-40ED-9DD3-C494FCB001B5}" srcOrd="1" destOrd="0" presId="urn:microsoft.com/office/officeart/2018/2/layout/IconVerticalSolidList"/>
    <dgm:cxn modelId="{19CEAC33-B0BA-4CE7-911C-1E864EA6E2C9}" type="presParOf" srcId="{AAC0B3F8-59F1-4771-ADE8-F9DDFF1F050B}" destId="{DD4B926D-D2D2-41E3-AF68-6610214C915A}" srcOrd="2" destOrd="0" presId="urn:microsoft.com/office/officeart/2018/2/layout/IconVerticalSolidList"/>
    <dgm:cxn modelId="{1CA44F37-5D1B-4995-B35D-5D3542BEE21E}" type="presParOf" srcId="{AAC0B3F8-59F1-4771-ADE8-F9DDFF1F050B}" destId="{34A55657-61D8-4B72-9688-D0DC63D370B5}" srcOrd="3" destOrd="0" presId="urn:microsoft.com/office/officeart/2018/2/layout/IconVerticalSolidList"/>
    <dgm:cxn modelId="{949967D3-688C-4642-B331-6C3CC082847D}" type="presParOf" srcId="{4C5B4C2B-6766-4138-9EE7-8E0196A1CB83}" destId="{CDC2062C-5AF2-4349-8A62-0F43692A24FE}" srcOrd="3" destOrd="0" presId="urn:microsoft.com/office/officeart/2018/2/layout/IconVerticalSolidList"/>
    <dgm:cxn modelId="{F00A8532-01C1-4EED-968B-9BD0C75361B2}" type="presParOf" srcId="{4C5B4C2B-6766-4138-9EE7-8E0196A1CB83}" destId="{493BAA26-6600-4569-8250-FD5DA3FE077F}" srcOrd="4" destOrd="0" presId="urn:microsoft.com/office/officeart/2018/2/layout/IconVerticalSolidList"/>
    <dgm:cxn modelId="{FB04B504-3D06-433B-82AE-7D121BBE69CB}" type="presParOf" srcId="{493BAA26-6600-4569-8250-FD5DA3FE077F}" destId="{E3550E14-23A0-449E-9E55-DC46E621F54E}" srcOrd="0" destOrd="0" presId="urn:microsoft.com/office/officeart/2018/2/layout/IconVerticalSolidList"/>
    <dgm:cxn modelId="{A83F5F51-BEE5-4F3A-8CEF-24D556A82748}" type="presParOf" srcId="{493BAA26-6600-4569-8250-FD5DA3FE077F}" destId="{B517C48B-E41F-4A85-B28F-851BD051F4FE}" srcOrd="1" destOrd="0" presId="urn:microsoft.com/office/officeart/2018/2/layout/IconVerticalSolidList"/>
    <dgm:cxn modelId="{BEAED49D-B8EC-4C9B-9E6E-AC45D05F3901}" type="presParOf" srcId="{493BAA26-6600-4569-8250-FD5DA3FE077F}" destId="{C72E4665-0607-4185-9CBD-DF7A9DBD419E}" srcOrd="2" destOrd="0" presId="urn:microsoft.com/office/officeart/2018/2/layout/IconVerticalSolidList"/>
    <dgm:cxn modelId="{E0C19C1C-798C-48A8-B858-8F077DF53986}" type="presParOf" srcId="{493BAA26-6600-4569-8250-FD5DA3FE077F}" destId="{E14F366B-040E-4850-B4A0-25AD541D2AC1}" srcOrd="3" destOrd="0" presId="urn:microsoft.com/office/officeart/2018/2/layout/IconVerticalSolidList"/>
    <dgm:cxn modelId="{04929EFB-5750-4079-A545-6B96320B7758}" type="presParOf" srcId="{4C5B4C2B-6766-4138-9EE7-8E0196A1CB83}" destId="{246968F7-02C7-45C3-97B9-18E5C1CE402B}" srcOrd="5" destOrd="0" presId="urn:microsoft.com/office/officeart/2018/2/layout/IconVerticalSolidList"/>
    <dgm:cxn modelId="{8312EF48-4246-4E5F-AC00-E07E4915F9E5}" type="presParOf" srcId="{4C5B4C2B-6766-4138-9EE7-8E0196A1CB83}" destId="{97C0976E-ED41-479F-B79A-B5F31D9BEFBC}" srcOrd="6" destOrd="0" presId="urn:microsoft.com/office/officeart/2018/2/layout/IconVerticalSolidList"/>
    <dgm:cxn modelId="{99A7FF94-57FB-4EB2-A55C-D6A51ED35059}" type="presParOf" srcId="{97C0976E-ED41-479F-B79A-B5F31D9BEFBC}" destId="{136124B6-06FB-4E3F-B7D6-52EA998A97A9}" srcOrd="0" destOrd="0" presId="urn:microsoft.com/office/officeart/2018/2/layout/IconVerticalSolidList"/>
    <dgm:cxn modelId="{6FC57051-248E-4733-BD61-F73A9A91B6A9}" type="presParOf" srcId="{97C0976E-ED41-479F-B79A-B5F31D9BEFBC}" destId="{6DB9F6C9-9C5B-47AB-A9E9-CA94ECA43585}" srcOrd="1" destOrd="0" presId="urn:microsoft.com/office/officeart/2018/2/layout/IconVerticalSolidList"/>
    <dgm:cxn modelId="{A84BD33D-B549-4732-9D23-F5AB0C01A354}" type="presParOf" srcId="{97C0976E-ED41-479F-B79A-B5F31D9BEFBC}" destId="{A4DB964F-83D8-4AEE-A62F-E70B8B6D23F3}" srcOrd="2" destOrd="0" presId="urn:microsoft.com/office/officeart/2018/2/layout/IconVerticalSolidList"/>
    <dgm:cxn modelId="{790650E0-F56B-4406-A3B5-671D22B0E523}" type="presParOf" srcId="{97C0976E-ED41-479F-B79A-B5F31D9BEFBC}" destId="{4550AECF-F2BE-4416-8B0E-C87B6DDD9955}" srcOrd="3" destOrd="0" presId="urn:microsoft.com/office/officeart/2018/2/layout/IconVerticalSolidList"/>
    <dgm:cxn modelId="{048B0D0E-DB9E-462F-B23F-75BEA58B108A}" type="presParOf" srcId="{4C5B4C2B-6766-4138-9EE7-8E0196A1CB83}" destId="{77439460-F3F3-401D-997C-E6A32DE864CF}" srcOrd="7" destOrd="0" presId="urn:microsoft.com/office/officeart/2018/2/layout/IconVerticalSolidList"/>
    <dgm:cxn modelId="{3B6E4E16-07AA-43D2-AD4B-5AE5DEDF18E7}" type="presParOf" srcId="{4C5B4C2B-6766-4138-9EE7-8E0196A1CB83}" destId="{FC4217DA-A30B-4A9A-B103-6956A743CC1D}" srcOrd="8" destOrd="0" presId="urn:microsoft.com/office/officeart/2018/2/layout/IconVerticalSolidList"/>
    <dgm:cxn modelId="{EE018A6E-C422-4602-903C-68A5BC440D5B}" type="presParOf" srcId="{FC4217DA-A30B-4A9A-B103-6956A743CC1D}" destId="{36F479B0-0D9A-45B0-A619-6503639ED3C7}" srcOrd="0" destOrd="0" presId="urn:microsoft.com/office/officeart/2018/2/layout/IconVerticalSolidList"/>
    <dgm:cxn modelId="{8894FE75-FE1A-48C5-B79E-36EBAE7B7AD0}" type="presParOf" srcId="{FC4217DA-A30B-4A9A-B103-6956A743CC1D}" destId="{2538D235-7861-4698-9FC3-4B445F4C6A2C}" srcOrd="1" destOrd="0" presId="urn:microsoft.com/office/officeart/2018/2/layout/IconVerticalSolidList"/>
    <dgm:cxn modelId="{85F5C200-65C1-41C0-90F5-B5E344433383}" type="presParOf" srcId="{FC4217DA-A30B-4A9A-B103-6956A743CC1D}" destId="{2877228F-714A-46A8-8B34-8882EB9DAE3B}" srcOrd="2" destOrd="0" presId="urn:microsoft.com/office/officeart/2018/2/layout/IconVerticalSolidList"/>
    <dgm:cxn modelId="{A5CA3257-23DF-4879-B650-83C6886967D2}" type="presParOf" srcId="{FC4217DA-A30B-4A9A-B103-6956A743CC1D}" destId="{2C56CC2C-AD30-4F29-AE4E-DE015755DE7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35AFC7A-EFC3-4823-8B29-346C2B047A67}" type="doc">
      <dgm:prSet loTypeId="urn:microsoft.com/office/officeart/2005/8/layout/hierarchy1" loCatId="hierarchy" qsTypeId="urn:microsoft.com/office/officeart/2005/8/quickstyle/simple5" qsCatId="simple" csTypeId="urn:microsoft.com/office/officeart/2005/8/colors/accent3_2" csCatId="accent3" phldr="1"/>
      <dgm:spPr/>
      <dgm:t>
        <a:bodyPr/>
        <a:lstStyle/>
        <a:p>
          <a:endParaRPr lang="en-US"/>
        </a:p>
      </dgm:t>
    </dgm:pt>
    <dgm:pt modelId="{0249EAA4-1669-4834-8FCF-C835A0CCF19A}">
      <dgm:prSet/>
      <dgm:spPr/>
      <dgm:t>
        <a:bodyPr/>
        <a:lstStyle/>
        <a:p>
          <a:pPr>
            <a:lnSpc>
              <a:spcPct val="100000"/>
            </a:lnSpc>
          </a:pPr>
          <a:r>
            <a:rPr lang="en-US" dirty="0"/>
            <a:t>Shoppers struggle to browse the large fashion catalog, making it difficult to decide what to buy. </a:t>
          </a:r>
        </a:p>
      </dgm:t>
    </dgm:pt>
    <dgm:pt modelId="{D6C0EF53-BCBB-4EA6-A3B5-0A251F756FA1}" type="parTrans" cxnId="{FD5FE697-0A22-494B-816B-AE65B89A3E8E}">
      <dgm:prSet/>
      <dgm:spPr/>
      <dgm:t>
        <a:bodyPr/>
        <a:lstStyle/>
        <a:p>
          <a:endParaRPr lang="en-US"/>
        </a:p>
      </dgm:t>
    </dgm:pt>
    <dgm:pt modelId="{4BB18800-1B50-44A0-9187-C67AFE11DA56}" type="sibTrans" cxnId="{FD5FE697-0A22-494B-816B-AE65B89A3E8E}">
      <dgm:prSet/>
      <dgm:spPr/>
      <dgm:t>
        <a:bodyPr/>
        <a:lstStyle/>
        <a:p>
          <a:endParaRPr lang="en-US"/>
        </a:p>
      </dgm:t>
    </dgm:pt>
    <dgm:pt modelId="{9D4A76CE-FF49-40B6-BC18-F5B036CD0933}">
      <dgm:prSet/>
      <dgm:spPr/>
      <dgm:t>
        <a:bodyPr/>
        <a:lstStyle/>
        <a:p>
          <a:pPr>
            <a:lnSpc>
              <a:spcPct val="100000"/>
            </a:lnSpc>
          </a:pPr>
          <a:r>
            <a:rPr lang="en-US"/>
            <a:t>Poor customer experience and reduced customer satisfaction ultimately results in lower sales.</a:t>
          </a:r>
        </a:p>
      </dgm:t>
    </dgm:pt>
    <dgm:pt modelId="{F783CA15-7153-4474-AEC6-21892C3814A9}" type="parTrans" cxnId="{4BA432EE-3E9E-4EC1-8C5F-5C8E5C9D8861}">
      <dgm:prSet/>
      <dgm:spPr/>
      <dgm:t>
        <a:bodyPr/>
        <a:lstStyle/>
        <a:p>
          <a:endParaRPr lang="en-US"/>
        </a:p>
      </dgm:t>
    </dgm:pt>
    <dgm:pt modelId="{FEB0A903-DA14-448D-B390-3185A08C5274}" type="sibTrans" cxnId="{4BA432EE-3E9E-4EC1-8C5F-5C8E5C9D8861}">
      <dgm:prSet/>
      <dgm:spPr/>
      <dgm:t>
        <a:bodyPr/>
        <a:lstStyle/>
        <a:p>
          <a:endParaRPr lang="en-US"/>
        </a:p>
      </dgm:t>
    </dgm:pt>
    <dgm:pt modelId="{9E7C76B1-8EF7-4AF2-9183-7CA776E5322A}" type="pres">
      <dgm:prSet presAssocID="{E35AFC7A-EFC3-4823-8B29-346C2B047A67}" presName="hierChild1" presStyleCnt="0">
        <dgm:presLayoutVars>
          <dgm:chPref val="1"/>
          <dgm:dir/>
          <dgm:animOne val="branch"/>
          <dgm:animLvl val="lvl"/>
          <dgm:resizeHandles/>
        </dgm:presLayoutVars>
      </dgm:prSet>
      <dgm:spPr/>
    </dgm:pt>
    <dgm:pt modelId="{23559AA6-29FB-413C-87B3-97F83417BAAD}" type="pres">
      <dgm:prSet presAssocID="{0249EAA4-1669-4834-8FCF-C835A0CCF19A}" presName="hierRoot1" presStyleCnt="0"/>
      <dgm:spPr/>
    </dgm:pt>
    <dgm:pt modelId="{14EB1EC6-9750-42BB-A553-A1EB1CED3248}" type="pres">
      <dgm:prSet presAssocID="{0249EAA4-1669-4834-8FCF-C835A0CCF19A}" presName="composite" presStyleCnt="0"/>
      <dgm:spPr/>
    </dgm:pt>
    <dgm:pt modelId="{2C626322-4886-46F8-92A0-5F727C885FE3}" type="pres">
      <dgm:prSet presAssocID="{0249EAA4-1669-4834-8FCF-C835A0CCF19A}" presName="background" presStyleLbl="node0" presStyleIdx="0" presStyleCnt="2"/>
      <dgm:spPr/>
    </dgm:pt>
    <dgm:pt modelId="{1E80C1A0-E591-4C3B-92A7-B34D39610A3F}" type="pres">
      <dgm:prSet presAssocID="{0249EAA4-1669-4834-8FCF-C835A0CCF19A}" presName="text" presStyleLbl="fgAcc0" presStyleIdx="0" presStyleCnt="2">
        <dgm:presLayoutVars>
          <dgm:chPref val="3"/>
        </dgm:presLayoutVars>
      </dgm:prSet>
      <dgm:spPr/>
    </dgm:pt>
    <dgm:pt modelId="{7A543648-2A0A-4BE8-A400-54A24413AD6D}" type="pres">
      <dgm:prSet presAssocID="{0249EAA4-1669-4834-8FCF-C835A0CCF19A}" presName="hierChild2" presStyleCnt="0"/>
      <dgm:spPr/>
    </dgm:pt>
    <dgm:pt modelId="{33CF465A-6800-4D95-89C3-4DE8A8F2885C}" type="pres">
      <dgm:prSet presAssocID="{9D4A76CE-FF49-40B6-BC18-F5B036CD0933}" presName="hierRoot1" presStyleCnt="0"/>
      <dgm:spPr/>
    </dgm:pt>
    <dgm:pt modelId="{E848B984-FBA9-4AEA-958C-DB4502224731}" type="pres">
      <dgm:prSet presAssocID="{9D4A76CE-FF49-40B6-BC18-F5B036CD0933}" presName="composite" presStyleCnt="0"/>
      <dgm:spPr/>
    </dgm:pt>
    <dgm:pt modelId="{A800ADFB-5526-486F-9B73-47A1294E23DD}" type="pres">
      <dgm:prSet presAssocID="{9D4A76CE-FF49-40B6-BC18-F5B036CD0933}" presName="background" presStyleLbl="node0" presStyleIdx="1" presStyleCnt="2"/>
      <dgm:spPr/>
    </dgm:pt>
    <dgm:pt modelId="{16A78B1D-2811-4DB8-8FAF-6B147BC75130}" type="pres">
      <dgm:prSet presAssocID="{9D4A76CE-FF49-40B6-BC18-F5B036CD0933}" presName="text" presStyleLbl="fgAcc0" presStyleIdx="1" presStyleCnt="2">
        <dgm:presLayoutVars>
          <dgm:chPref val="3"/>
        </dgm:presLayoutVars>
      </dgm:prSet>
      <dgm:spPr/>
    </dgm:pt>
    <dgm:pt modelId="{BD80CA18-0294-48A4-9B78-075D36712E31}" type="pres">
      <dgm:prSet presAssocID="{9D4A76CE-FF49-40B6-BC18-F5B036CD0933}" presName="hierChild2" presStyleCnt="0"/>
      <dgm:spPr/>
    </dgm:pt>
  </dgm:ptLst>
  <dgm:cxnLst>
    <dgm:cxn modelId="{05CCBB72-0639-470C-BA0E-C08449CC577E}" type="presOf" srcId="{0249EAA4-1669-4834-8FCF-C835A0CCF19A}" destId="{1E80C1A0-E591-4C3B-92A7-B34D39610A3F}" srcOrd="0" destOrd="0" presId="urn:microsoft.com/office/officeart/2005/8/layout/hierarchy1"/>
    <dgm:cxn modelId="{1F388E93-D73A-4698-A9ED-F69B667BFDED}" type="presOf" srcId="{E35AFC7A-EFC3-4823-8B29-346C2B047A67}" destId="{9E7C76B1-8EF7-4AF2-9183-7CA776E5322A}" srcOrd="0" destOrd="0" presId="urn:microsoft.com/office/officeart/2005/8/layout/hierarchy1"/>
    <dgm:cxn modelId="{FD5FE697-0A22-494B-816B-AE65B89A3E8E}" srcId="{E35AFC7A-EFC3-4823-8B29-346C2B047A67}" destId="{0249EAA4-1669-4834-8FCF-C835A0CCF19A}" srcOrd="0" destOrd="0" parTransId="{D6C0EF53-BCBB-4EA6-A3B5-0A251F756FA1}" sibTransId="{4BB18800-1B50-44A0-9187-C67AFE11DA56}"/>
    <dgm:cxn modelId="{D84530E3-F490-442D-B277-265424E23CEA}" type="presOf" srcId="{9D4A76CE-FF49-40B6-BC18-F5B036CD0933}" destId="{16A78B1D-2811-4DB8-8FAF-6B147BC75130}" srcOrd="0" destOrd="0" presId="urn:microsoft.com/office/officeart/2005/8/layout/hierarchy1"/>
    <dgm:cxn modelId="{4BA432EE-3E9E-4EC1-8C5F-5C8E5C9D8861}" srcId="{E35AFC7A-EFC3-4823-8B29-346C2B047A67}" destId="{9D4A76CE-FF49-40B6-BC18-F5B036CD0933}" srcOrd="1" destOrd="0" parTransId="{F783CA15-7153-4474-AEC6-21892C3814A9}" sibTransId="{FEB0A903-DA14-448D-B390-3185A08C5274}"/>
    <dgm:cxn modelId="{570BF6D3-70CB-437F-9651-CD6859029B55}" type="presParOf" srcId="{9E7C76B1-8EF7-4AF2-9183-7CA776E5322A}" destId="{23559AA6-29FB-413C-87B3-97F83417BAAD}" srcOrd="0" destOrd="0" presId="urn:microsoft.com/office/officeart/2005/8/layout/hierarchy1"/>
    <dgm:cxn modelId="{567A48A7-34E0-4F56-93AD-3D47D872B599}" type="presParOf" srcId="{23559AA6-29FB-413C-87B3-97F83417BAAD}" destId="{14EB1EC6-9750-42BB-A553-A1EB1CED3248}" srcOrd="0" destOrd="0" presId="urn:microsoft.com/office/officeart/2005/8/layout/hierarchy1"/>
    <dgm:cxn modelId="{8C43F07A-3809-4F1A-A2B9-285078415559}" type="presParOf" srcId="{14EB1EC6-9750-42BB-A553-A1EB1CED3248}" destId="{2C626322-4886-46F8-92A0-5F727C885FE3}" srcOrd="0" destOrd="0" presId="urn:microsoft.com/office/officeart/2005/8/layout/hierarchy1"/>
    <dgm:cxn modelId="{DD0F321B-004A-410F-9A7B-28EF2DB2E3FB}" type="presParOf" srcId="{14EB1EC6-9750-42BB-A553-A1EB1CED3248}" destId="{1E80C1A0-E591-4C3B-92A7-B34D39610A3F}" srcOrd="1" destOrd="0" presId="urn:microsoft.com/office/officeart/2005/8/layout/hierarchy1"/>
    <dgm:cxn modelId="{B035F4C7-64CA-4124-95A5-6E7CD080D5E4}" type="presParOf" srcId="{23559AA6-29FB-413C-87B3-97F83417BAAD}" destId="{7A543648-2A0A-4BE8-A400-54A24413AD6D}" srcOrd="1" destOrd="0" presId="urn:microsoft.com/office/officeart/2005/8/layout/hierarchy1"/>
    <dgm:cxn modelId="{73F698D0-D586-4E3A-9CF2-8094C20850A3}" type="presParOf" srcId="{9E7C76B1-8EF7-4AF2-9183-7CA776E5322A}" destId="{33CF465A-6800-4D95-89C3-4DE8A8F2885C}" srcOrd="1" destOrd="0" presId="urn:microsoft.com/office/officeart/2005/8/layout/hierarchy1"/>
    <dgm:cxn modelId="{636985BD-4469-48B2-9882-6289FCEDB495}" type="presParOf" srcId="{33CF465A-6800-4D95-89C3-4DE8A8F2885C}" destId="{E848B984-FBA9-4AEA-958C-DB4502224731}" srcOrd="0" destOrd="0" presId="urn:microsoft.com/office/officeart/2005/8/layout/hierarchy1"/>
    <dgm:cxn modelId="{5C431727-86B1-4C4D-A963-5DE2B4A1C591}" type="presParOf" srcId="{E848B984-FBA9-4AEA-958C-DB4502224731}" destId="{A800ADFB-5526-486F-9B73-47A1294E23DD}" srcOrd="0" destOrd="0" presId="urn:microsoft.com/office/officeart/2005/8/layout/hierarchy1"/>
    <dgm:cxn modelId="{29DE7585-87EE-4550-862C-3E9DC914505A}" type="presParOf" srcId="{E848B984-FBA9-4AEA-958C-DB4502224731}" destId="{16A78B1D-2811-4DB8-8FAF-6B147BC75130}" srcOrd="1" destOrd="0" presId="urn:microsoft.com/office/officeart/2005/8/layout/hierarchy1"/>
    <dgm:cxn modelId="{2BBCE384-84A8-4F94-A287-0A3C3750865B}" type="presParOf" srcId="{33CF465A-6800-4D95-89C3-4DE8A8F2885C}" destId="{BD80CA18-0294-48A4-9B78-075D36712E31}"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A9B42E6-C2F5-4200-8532-2777EA841E5C}" type="doc">
      <dgm:prSet loTypeId="urn:microsoft.com/office/officeart/2005/8/layout/cycle1" loCatId="cycle" qsTypeId="urn:microsoft.com/office/officeart/2005/8/quickstyle/simple1" qsCatId="simple" csTypeId="urn:microsoft.com/office/officeart/2005/8/colors/accent3_2" csCatId="accent3" phldr="1"/>
      <dgm:spPr/>
      <dgm:t>
        <a:bodyPr/>
        <a:lstStyle/>
        <a:p>
          <a:endParaRPr lang="en-US"/>
        </a:p>
      </dgm:t>
    </dgm:pt>
    <dgm:pt modelId="{437F420E-B107-4DAB-A1A5-444CE36966AB}">
      <dgm:prSet phldrT="[Text]" phldr="0"/>
      <dgm:spPr/>
      <dgm:t>
        <a:bodyPr/>
        <a:lstStyle/>
        <a:p>
          <a:pPr>
            <a:lnSpc>
              <a:spcPct val="100000"/>
            </a:lnSpc>
          </a:pPr>
          <a:r>
            <a:rPr lang="en-US" dirty="0"/>
            <a:t>Research Problem</a:t>
          </a:r>
        </a:p>
      </dgm:t>
    </dgm:pt>
    <dgm:pt modelId="{D6EDE7D2-E68D-4C52-B014-6463B485131A}" type="parTrans" cxnId="{3637706D-E351-40EA-8AB9-ABC1B9D0D736}">
      <dgm:prSet/>
      <dgm:spPr/>
      <dgm:t>
        <a:bodyPr/>
        <a:lstStyle/>
        <a:p>
          <a:endParaRPr lang="en-US"/>
        </a:p>
      </dgm:t>
    </dgm:pt>
    <dgm:pt modelId="{D5A61386-CE46-4D44-831C-A36BC083CDB4}" type="sibTrans" cxnId="{3637706D-E351-40EA-8AB9-ABC1B9D0D736}">
      <dgm:prSet/>
      <dgm:spPr/>
      <dgm:t>
        <a:bodyPr/>
        <a:lstStyle/>
        <a:p>
          <a:endParaRPr lang="en-US"/>
        </a:p>
      </dgm:t>
    </dgm:pt>
    <dgm:pt modelId="{FDB64778-704D-4A24-9A3E-21DAB00F523B}">
      <dgm:prSet phldrT="[Text]" phldr="0"/>
      <dgm:spPr/>
      <dgm:t>
        <a:bodyPr/>
        <a:lstStyle/>
        <a:p>
          <a:pPr>
            <a:lnSpc>
              <a:spcPct val="100000"/>
            </a:lnSpc>
          </a:pPr>
          <a:r>
            <a:rPr lang="en-US" dirty="0"/>
            <a:t>MVP Demo &amp; Feedback</a:t>
          </a:r>
        </a:p>
      </dgm:t>
    </dgm:pt>
    <dgm:pt modelId="{B8B4B59E-A4CC-4210-9B29-AA22714987FF}" type="parTrans" cxnId="{FFB0AD0D-C2C4-4DDF-AA8A-A26DAA295D05}">
      <dgm:prSet/>
      <dgm:spPr/>
      <dgm:t>
        <a:bodyPr/>
        <a:lstStyle/>
        <a:p>
          <a:endParaRPr lang="en-US"/>
        </a:p>
      </dgm:t>
    </dgm:pt>
    <dgm:pt modelId="{E17C76E6-608C-4A61-B424-ABDA1A3153F9}" type="sibTrans" cxnId="{FFB0AD0D-C2C4-4DDF-AA8A-A26DAA295D05}">
      <dgm:prSet/>
      <dgm:spPr/>
      <dgm:t>
        <a:bodyPr/>
        <a:lstStyle/>
        <a:p>
          <a:endParaRPr lang="en-US"/>
        </a:p>
      </dgm:t>
    </dgm:pt>
    <dgm:pt modelId="{DB026136-43E9-45F1-955D-5B42A6745DAF}">
      <dgm:prSet phldrT="[Text]" phldr="0"/>
      <dgm:spPr/>
      <dgm:t>
        <a:bodyPr/>
        <a:lstStyle/>
        <a:p>
          <a:pPr>
            <a:lnSpc>
              <a:spcPct val="100000"/>
            </a:lnSpc>
          </a:pPr>
          <a:r>
            <a:rPr lang="en-US" dirty="0"/>
            <a:t>Monitor App</a:t>
          </a:r>
        </a:p>
      </dgm:t>
    </dgm:pt>
    <dgm:pt modelId="{B9040623-2872-4326-8AE3-6B6C9D75E73D}" type="parTrans" cxnId="{388BA1E8-C3FC-46BB-A4E9-A8BDC94F116D}">
      <dgm:prSet/>
      <dgm:spPr/>
      <dgm:t>
        <a:bodyPr/>
        <a:lstStyle/>
        <a:p>
          <a:endParaRPr lang="en-US"/>
        </a:p>
      </dgm:t>
    </dgm:pt>
    <dgm:pt modelId="{7450675A-9576-4C07-A3B1-D3379FEFCA65}" type="sibTrans" cxnId="{388BA1E8-C3FC-46BB-A4E9-A8BDC94F116D}">
      <dgm:prSet/>
      <dgm:spPr/>
      <dgm:t>
        <a:bodyPr/>
        <a:lstStyle/>
        <a:p>
          <a:endParaRPr lang="en-US"/>
        </a:p>
      </dgm:t>
    </dgm:pt>
    <dgm:pt modelId="{AC7CDF9E-6726-4690-91FC-CBE1CD27B9E8}">
      <dgm:prSet phldrT="[Text]" phldr="0"/>
      <dgm:spPr/>
      <dgm:t>
        <a:bodyPr/>
        <a:lstStyle/>
        <a:p>
          <a:r>
            <a:rPr lang="en-US" dirty="0"/>
            <a:t>Train/test Model</a:t>
          </a:r>
        </a:p>
      </dgm:t>
    </dgm:pt>
    <dgm:pt modelId="{6E322BC7-7220-4CAA-A2B8-0196D3DFBD07}" type="parTrans" cxnId="{599E9620-FB88-4578-A318-694C47F5F16E}">
      <dgm:prSet/>
      <dgm:spPr/>
      <dgm:t>
        <a:bodyPr/>
        <a:lstStyle/>
        <a:p>
          <a:endParaRPr lang="en-US"/>
        </a:p>
      </dgm:t>
    </dgm:pt>
    <dgm:pt modelId="{A68199F3-51F2-4769-9E6B-7DB2ADAD3318}" type="sibTrans" cxnId="{599E9620-FB88-4578-A318-694C47F5F16E}">
      <dgm:prSet/>
      <dgm:spPr/>
      <dgm:t>
        <a:bodyPr/>
        <a:lstStyle/>
        <a:p>
          <a:endParaRPr lang="en-US"/>
        </a:p>
      </dgm:t>
    </dgm:pt>
    <dgm:pt modelId="{C1C394F9-5DE0-4689-877D-4EF67DA1A05C}">
      <dgm:prSet/>
      <dgm:spPr/>
      <dgm:t>
        <a:bodyPr/>
        <a:lstStyle/>
        <a:p>
          <a:r>
            <a:rPr lang="en-US" dirty="0"/>
            <a:t>Secure Leadership Approval</a:t>
          </a:r>
        </a:p>
      </dgm:t>
    </dgm:pt>
    <dgm:pt modelId="{EAFA8491-5FDE-49B8-AA3D-8CBC3398D0C0}" type="parTrans" cxnId="{05B6C013-D4C4-42F0-8A2A-11B82DB37CB9}">
      <dgm:prSet/>
      <dgm:spPr/>
      <dgm:t>
        <a:bodyPr/>
        <a:lstStyle/>
        <a:p>
          <a:endParaRPr lang="en-US"/>
        </a:p>
      </dgm:t>
    </dgm:pt>
    <dgm:pt modelId="{EE5F4922-43C6-49F3-A83C-C8C740A77278}" type="sibTrans" cxnId="{05B6C013-D4C4-42F0-8A2A-11B82DB37CB9}">
      <dgm:prSet/>
      <dgm:spPr/>
      <dgm:t>
        <a:bodyPr/>
        <a:lstStyle/>
        <a:p>
          <a:endParaRPr lang="en-US"/>
        </a:p>
      </dgm:t>
    </dgm:pt>
    <dgm:pt modelId="{7AE67812-1857-47C9-A62C-4F5278D88A49}">
      <dgm:prSet phldrT="[Text]" phldr="0"/>
      <dgm:spPr/>
      <dgm:t>
        <a:bodyPr/>
        <a:lstStyle/>
        <a:p>
          <a:pPr>
            <a:lnSpc>
              <a:spcPct val="100000"/>
            </a:lnSpc>
          </a:pPr>
          <a:r>
            <a:rPr lang="en-US" dirty="0"/>
            <a:t>Deploy/Launch App</a:t>
          </a:r>
        </a:p>
      </dgm:t>
    </dgm:pt>
    <dgm:pt modelId="{DA8372F2-80CD-45C4-9AA5-B9DB1CAFA97E}" type="parTrans" cxnId="{EA0E13FB-ECF7-446F-8EE1-6EF23DDFD992}">
      <dgm:prSet/>
      <dgm:spPr/>
      <dgm:t>
        <a:bodyPr/>
        <a:lstStyle/>
        <a:p>
          <a:endParaRPr lang="en-US"/>
        </a:p>
      </dgm:t>
    </dgm:pt>
    <dgm:pt modelId="{371F2BEF-14F7-4CD9-809B-6239EB76B3A0}" type="sibTrans" cxnId="{EA0E13FB-ECF7-446F-8EE1-6EF23DDFD992}">
      <dgm:prSet/>
      <dgm:spPr/>
      <dgm:t>
        <a:bodyPr/>
        <a:lstStyle/>
        <a:p>
          <a:endParaRPr lang="en-US"/>
        </a:p>
      </dgm:t>
    </dgm:pt>
    <dgm:pt modelId="{A45E6A2D-D18B-43D6-969C-EB24343ABB1A}">
      <dgm:prSet/>
      <dgm:spPr/>
      <dgm:t>
        <a:bodyPr/>
        <a:lstStyle/>
        <a:p>
          <a:r>
            <a:rPr lang="en-US" dirty="0"/>
            <a:t>Create Mobile App</a:t>
          </a:r>
        </a:p>
      </dgm:t>
    </dgm:pt>
    <dgm:pt modelId="{568E5C3D-B3C1-422C-A991-102906AB05B6}" type="parTrans" cxnId="{1EF42865-C754-46F6-927C-29E54E7B5D83}">
      <dgm:prSet/>
      <dgm:spPr/>
      <dgm:t>
        <a:bodyPr/>
        <a:lstStyle/>
        <a:p>
          <a:endParaRPr lang="en-US"/>
        </a:p>
      </dgm:t>
    </dgm:pt>
    <dgm:pt modelId="{7D37EB4A-4E54-4DEE-8E85-EDD4D54B4223}" type="sibTrans" cxnId="{1EF42865-C754-46F6-927C-29E54E7B5D83}">
      <dgm:prSet/>
      <dgm:spPr/>
      <dgm:t>
        <a:bodyPr/>
        <a:lstStyle/>
        <a:p>
          <a:endParaRPr lang="en-US"/>
        </a:p>
      </dgm:t>
    </dgm:pt>
    <dgm:pt modelId="{CB233CE8-F5D1-400D-A3E2-E23CF22D39EA}">
      <dgm:prSet/>
      <dgm:spPr/>
      <dgm:t>
        <a:bodyPr/>
        <a:lstStyle/>
        <a:p>
          <a:r>
            <a:rPr lang="en-US" dirty="0"/>
            <a:t>Final Demo</a:t>
          </a:r>
        </a:p>
      </dgm:t>
    </dgm:pt>
    <dgm:pt modelId="{7940221C-381B-47F0-AD64-4E6A1CF7035A}" type="parTrans" cxnId="{1531851A-F7DE-4C2A-87F7-DE29D72459C0}">
      <dgm:prSet/>
      <dgm:spPr/>
      <dgm:t>
        <a:bodyPr/>
        <a:lstStyle/>
        <a:p>
          <a:endParaRPr lang="en-US"/>
        </a:p>
      </dgm:t>
    </dgm:pt>
    <dgm:pt modelId="{91641264-F093-4F4D-8D3A-0973AFB7D08A}" type="sibTrans" cxnId="{1531851A-F7DE-4C2A-87F7-DE29D72459C0}">
      <dgm:prSet/>
      <dgm:spPr/>
      <dgm:t>
        <a:bodyPr/>
        <a:lstStyle/>
        <a:p>
          <a:endParaRPr lang="en-US"/>
        </a:p>
      </dgm:t>
    </dgm:pt>
    <dgm:pt modelId="{66D8F62A-1757-4386-ABFD-6563D8CDE353}" type="pres">
      <dgm:prSet presAssocID="{6A9B42E6-C2F5-4200-8532-2777EA841E5C}" presName="cycle" presStyleCnt="0">
        <dgm:presLayoutVars>
          <dgm:dir/>
          <dgm:resizeHandles val="exact"/>
        </dgm:presLayoutVars>
      </dgm:prSet>
      <dgm:spPr/>
    </dgm:pt>
    <dgm:pt modelId="{973B9456-EE33-4216-9092-67C2F0514AA0}" type="pres">
      <dgm:prSet presAssocID="{437F420E-B107-4DAB-A1A5-444CE36966AB}" presName="dummy" presStyleCnt="0"/>
      <dgm:spPr/>
    </dgm:pt>
    <dgm:pt modelId="{65299AB3-8A59-4880-8C3C-0B0A968C6A33}" type="pres">
      <dgm:prSet presAssocID="{437F420E-B107-4DAB-A1A5-444CE36966AB}" presName="node" presStyleLbl="revTx" presStyleIdx="0" presStyleCnt="8">
        <dgm:presLayoutVars>
          <dgm:bulletEnabled val="1"/>
        </dgm:presLayoutVars>
      </dgm:prSet>
      <dgm:spPr/>
    </dgm:pt>
    <dgm:pt modelId="{296E26FA-4407-47B0-AB7C-ECFE3C33AB96}" type="pres">
      <dgm:prSet presAssocID="{D5A61386-CE46-4D44-831C-A36BC083CDB4}" presName="sibTrans" presStyleLbl="node1" presStyleIdx="0" presStyleCnt="8"/>
      <dgm:spPr/>
    </dgm:pt>
    <dgm:pt modelId="{F8330E4F-9E5B-4CAC-98E4-209CAFF10FCD}" type="pres">
      <dgm:prSet presAssocID="{C1C394F9-5DE0-4689-877D-4EF67DA1A05C}" presName="dummy" presStyleCnt="0"/>
      <dgm:spPr/>
    </dgm:pt>
    <dgm:pt modelId="{2F3B6F94-A9D3-4C5A-8237-51578CF20ACC}" type="pres">
      <dgm:prSet presAssocID="{C1C394F9-5DE0-4689-877D-4EF67DA1A05C}" presName="node" presStyleLbl="revTx" presStyleIdx="1" presStyleCnt="8">
        <dgm:presLayoutVars>
          <dgm:bulletEnabled val="1"/>
        </dgm:presLayoutVars>
      </dgm:prSet>
      <dgm:spPr/>
    </dgm:pt>
    <dgm:pt modelId="{95823CCF-5C73-444D-A269-8402DA6DF20B}" type="pres">
      <dgm:prSet presAssocID="{EE5F4922-43C6-49F3-A83C-C8C740A77278}" presName="sibTrans" presStyleLbl="node1" presStyleIdx="1" presStyleCnt="8"/>
      <dgm:spPr/>
    </dgm:pt>
    <dgm:pt modelId="{D4FB5AA9-A7DB-4CF0-99F5-EB061247EF42}" type="pres">
      <dgm:prSet presAssocID="{AC7CDF9E-6726-4690-91FC-CBE1CD27B9E8}" presName="dummy" presStyleCnt="0"/>
      <dgm:spPr/>
    </dgm:pt>
    <dgm:pt modelId="{024607D6-E503-40D8-A1F4-CD23C5DB72A0}" type="pres">
      <dgm:prSet presAssocID="{AC7CDF9E-6726-4690-91FC-CBE1CD27B9E8}" presName="node" presStyleLbl="revTx" presStyleIdx="2" presStyleCnt="8">
        <dgm:presLayoutVars>
          <dgm:bulletEnabled val="1"/>
        </dgm:presLayoutVars>
      </dgm:prSet>
      <dgm:spPr/>
    </dgm:pt>
    <dgm:pt modelId="{AC6C29FF-5088-40C8-AC57-143402CB8866}" type="pres">
      <dgm:prSet presAssocID="{A68199F3-51F2-4769-9E6B-7DB2ADAD3318}" presName="sibTrans" presStyleLbl="node1" presStyleIdx="2" presStyleCnt="8"/>
      <dgm:spPr/>
    </dgm:pt>
    <dgm:pt modelId="{33559E30-FE16-42BF-8B07-49097E998324}" type="pres">
      <dgm:prSet presAssocID="{A45E6A2D-D18B-43D6-969C-EB24343ABB1A}" presName="dummy" presStyleCnt="0"/>
      <dgm:spPr/>
    </dgm:pt>
    <dgm:pt modelId="{66053E87-1AC6-4757-94DE-D9C75B4FF86F}" type="pres">
      <dgm:prSet presAssocID="{A45E6A2D-D18B-43D6-969C-EB24343ABB1A}" presName="node" presStyleLbl="revTx" presStyleIdx="3" presStyleCnt="8">
        <dgm:presLayoutVars>
          <dgm:bulletEnabled val="1"/>
        </dgm:presLayoutVars>
      </dgm:prSet>
      <dgm:spPr/>
    </dgm:pt>
    <dgm:pt modelId="{D0C016BF-4084-4962-9793-C27021E231F6}" type="pres">
      <dgm:prSet presAssocID="{7D37EB4A-4E54-4DEE-8E85-EDD4D54B4223}" presName="sibTrans" presStyleLbl="node1" presStyleIdx="3" presStyleCnt="8"/>
      <dgm:spPr/>
    </dgm:pt>
    <dgm:pt modelId="{0C53ACC9-163C-4570-881A-7E4300E93685}" type="pres">
      <dgm:prSet presAssocID="{FDB64778-704D-4A24-9A3E-21DAB00F523B}" presName="dummy" presStyleCnt="0"/>
      <dgm:spPr/>
    </dgm:pt>
    <dgm:pt modelId="{D1DE94AA-2221-4DCC-B5FC-79D9E958B3F3}" type="pres">
      <dgm:prSet presAssocID="{FDB64778-704D-4A24-9A3E-21DAB00F523B}" presName="node" presStyleLbl="revTx" presStyleIdx="4" presStyleCnt="8">
        <dgm:presLayoutVars>
          <dgm:bulletEnabled val="1"/>
        </dgm:presLayoutVars>
      </dgm:prSet>
      <dgm:spPr/>
    </dgm:pt>
    <dgm:pt modelId="{BEC7C6A9-F9AB-43A4-83C3-1FD16245C6F6}" type="pres">
      <dgm:prSet presAssocID="{E17C76E6-608C-4A61-B424-ABDA1A3153F9}" presName="sibTrans" presStyleLbl="node1" presStyleIdx="4" presStyleCnt="8"/>
      <dgm:spPr/>
    </dgm:pt>
    <dgm:pt modelId="{31309B96-79E9-474F-9D3B-6BB3CF2B1088}" type="pres">
      <dgm:prSet presAssocID="{CB233CE8-F5D1-400D-A3E2-E23CF22D39EA}" presName="dummy" presStyleCnt="0"/>
      <dgm:spPr/>
    </dgm:pt>
    <dgm:pt modelId="{F9919701-21FE-4641-975C-F7766B03CAE5}" type="pres">
      <dgm:prSet presAssocID="{CB233CE8-F5D1-400D-A3E2-E23CF22D39EA}" presName="node" presStyleLbl="revTx" presStyleIdx="5" presStyleCnt="8">
        <dgm:presLayoutVars>
          <dgm:bulletEnabled val="1"/>
        </dgm:presLayoutVars>
      </dgm:prSet>
      <dgm:spPr/>
    </dgm:pt>
    <dgm:pt modelId="{1C90B158-75A0-4CA7-8345-8EB498A32459}" type="pres">
      <dgm:prSet presAssocID="{91641264-F093-4F4D-8D3A-0973AFB7D08A}" presName="sibTrans" presStyleLbl="node1" presStyleIdx="5" presStyleCnt="8"/>
      <dgm:spPr/>
    </dgm:pt>
    <dgm:pt modelId="{00FEEAA5-DCF9-4D6C-9DA1-686E3EF666D4}" type="pres">
      <dgm:prSet presAssocID="{7AE67812-1857-47C9-A62C-4F5278D88A49}" presName="dummy" presStyleCnt="0"/>
      <dgm:spPr/>
    </dgm:pt>
    <dgm:pt modelId="{AD84D491-7285-4AC0-8953-6B6354BBA429}" type="pres">
      <dgm:prSet presAssocID="{7AE67812-1857-47C9-A62C-4F5278D88A49}" presName="node" presStyleLbl="revTx" presStyleIdx="6" presStyleCnt="8">
        <dgm:presLayoutVars>
          <dgm:bulletEnabled val="1"/>
        </dgm:presLayoutVars>
      </dgm:prSet>
      <dgm:spPr/>
    </dgm:pt>
    <dgm:pt modelId="{21ED8468-540F-4AC8-BD73-C9EDE9F0607A}" type="pres">
      <dgm:prSet presAssocID="{371F2BEF-14F7-4CD9-809B-6239EB76B3A0}" presName="sibTrans" presStyleLbl="node1" presStyleIdx="6" presStyleCnt="8"/>
      <dgm:spPr/>
    </dgm:pt>
    <dgm:pt modelId="{A5EA98A8-2A9B-4312-8CC0-E3B4EA2328DD}" type="pres">
      <dgm:prSet presAssocID="{DB026136-43E9-45F1-955D-5B42A6745DAF}" presName="dummy" presStyleCnt="0"/>
      <dgm:spPr/>
    </dgm:pt>
    <dgm:pt modelId="{FF3E6ADB-FA2A-46ED-B852-79225F4FA290}" type="pres">
      <dgm:prSet presAssocID="{DB026136-43E9-45F1-955D-5B42A6745DAF}" presName="node" presStyleLbl="revTx" presStyleIdx="7" presStyleCnt="8">
        <dgm:presLayoutVars>
          <dgm:bulletEnabled val="1"/>
        </dgm:presLayoutVars>
      </dgm:prSet>
      <dgm:spPr/>
    </dgm:pt>
    <dgm:pt modelId="{6658A1B2-E6C7-42AD-B332-EBEAC0652D75}" type="pres">
      <dgm:prSet presAssocID="{7450675A-9576-4C07-A3B1-D3379FEFCA65}" presName="sibTrans" presStyleLbl="node1" presStyleIdx="7" presStyleCnt="8"/>
      <dgm:spPr/>
    </dgm:pt>
  </dgm:ptLst>
  <dgm:cxnLst>
    <dgm:cxn modelId="{FFB0AD0D-C2C4-4DDF-AA8A-A26DAA295D05}" srcId="{6A9B42E6-C2F5-4200-8532-2777EA841E5C}" destId="{FDB64778-704D-4A24-9A3E-21DAB00F523B}" srcOrd="4" destOrd="0" parTransId="{B8B4B59E-A4CC-4210-9B29-AA22714987FF}" sibTransId="{E17C76E6-608C-4A61-B424-ABDA1A3153F9}"/>
    <dgm:cxn modelId="{CC6A8B11-40DD-400A-BA03-CB98B87F7DDF}" type="presOf" srcId="{371F2BEF-14F7-4CD9-809B-6239EB76B3A0}" destId="{21ED8468-540F-4AC8-BD73-C9EDE9F0607A}" srcOrd="0" destOrd="0" presId="urn:microsoft.com/office/officeart/2005/8/layout/cycle1"/>
    <dgm:cxn modelId="{05B6C013-D4C4-42F0-8A2A-11B82DB37CB9}" srcId="{6A9B42E6-C2F5-4200-8532-2777EA841E5C}" destId="{C1C394F9-5DE0-4689-877D-4EF67DA1A05C}" srcOrd="1" destOrd="0" parTransId="{EAFA8491-5FDE-49B8-AA3D-8CBC3398D0C0}" sibTransId="{EE5F4922-43C6-49F3-A83C-C8C740A77278}"/>
    <dgm:cxn modelId="{A388E714-2FEA-48CA-BF57-5D813C0BC393}" type="presOf" srcId="{A68199F3-51F2-4769-9E6B-7DB2ADAD3318}" destId="{AC6C29FF-5088-40C8-AC57-143402CB8866}" srcOrd="0" destOrd="0" presId="urn:microsoft.com/office/officeart/2005/8/layout/cycle1"/>
    <dgm:cxn modelId="{1531851A-F7DE-4C2A-87F7-DE29D72459C0}" srcId="{6A9B42E6-C2F5-4200-8532-2777EA841E5C}" destId="{CB233CE8-F5D1-400D-A3E2-E23CF22D39EA}" srcOrd="5" destOrd="0" parTransId="{7940221C-381B-47F0-AD64-4E6A1CF7035A}" sibTransId="{91641264-F093-4F4D-8D3A-0973AFB7D08A}"/>
    <dgm:cxn modelId="{599E9620-FB88-4578-A318-694C47F5F16E}" srcId="{6A9B42E6-C2F5-4200-8532-2777EA841E5C}" destId="{AC7CDF9E-6726-4690-91FC-CBE1CD27B9E8}" srcOrd="2" destOrd="0" parTransId="{6E322BC7-7220-4CAA-A2B8-0196D3DFBD07}" sibTransId="{A68199F3-51F2-4769-9E6B-7DB2ADAD3318}"/>
    <dgm:cxn modelId="{9FC7102F-1BD1-4F78-9D95-65C546D74FFA}" type="presOf" srcId="{D5A61386-CE46-4D44-831C-A36BC083CDB4}" destId="{296E26FA-4407-47B0-AB7C-ECFE3C33AB96}" srcOrd="0" destOrd="0" presId="urn:microsoft.com/office/officeart/2005/8/layout/cycle1"/>
    <dgm:cxn modelId="{1EF42865-C754-46F6-927C-29E54E7B5D83}" srcId="{6A9B42E6-C2F5-4200-8532-2777EA841E5C}" destId="{A45E6A2D-D18B-43D6-969C-EB24343ABB1A}" srcOrd="3" destOrd="0" parTransId="{568E5C3D-B3C1-422C-A991-102906AB05B6}" sibTransId="{7D37EB4A-4E54-4DEE-8E85-EDD4D54B4223}"/>
    <dgm:cxn modelId="{F1C42D69-41E9-4ACF-AE8B-FCD4F7E05767}" type="presOf" srcId="{CB233CE8-F5D1-400D-A3E2-E23CF22D39EA}" destId="{F9919701-21FE-4641-975C-F7766B03CAE5}" srcOrd="0" destOrd="0" presId="urn:microsoft.com/office/officeart/2005/8/layout/cycle1"/>
    <dgm:cxn modelId="{053DD84A-9532-4B63-BF15-7BDAB8E28712}" type="presOf" srcId="{DB026136-43E9-45F1-955D-5B42A6745DAF}" destId="{FF3E6ADB-FA2A-46ED-B852-79225F4FA290}" srcOrd="0" destOrd="0" presId="urn:microsoft.com/office/officeart/2005/8/layout/cycle1"/>
    <dgm:cxn modelId="{3637706D-E351-40EA-8AB9-ABC1B9D0D736}" srcId="{6A9B42E6-C2F5-4200-8532-2777EA841E5C}" destId="{437F420E-B107-4DAB-A1A5-444CE36966AB}" srcOrd="0" destOrd="0" parTransId="{D6EDE7D2-E68D-4C52-B014-6463B485131A}" sibTransId="{D5A61386-CE46-4D44-831C-A36BC083CDB4}"/>
    <dgm:cxn modelId="{DD66036E-0CFB-499B-A3DB-B61C42867A08}" type="presOf" srcId="{E17C76E6-608C-4A61-B424-ABDA1A3153F9}" destId="{BEC7C6A9-F9AB-43A4-83C3-1FD16245C6F6}" srcOrd="0" destOrd="0" presId="urn:microsoft.com/office/officeart/2005/8/layout/cycle1"/>
    <dgm:cxn modelId="{B73C7F54-7CB9-4935-B5CA-B8219B2552E2}" type="presOf" srcId="{437F420E-B107-4DAB-A1A5-444CE36966AB}" destId="{65299AB3-8A59-4880-8C3C-0B0A968C6A33}" srcOrd="0" destOrd="0" presId="urn:microsoft.com/office/officeart/2005/8/layout/cycle1"/>
    <dgm:cxn modelId="{0AE6F875-A5CD-4D2E-8696-85ECC31D9E2B}" type="presOf" srcId="{6A9B42E6-C2F5-4200-8532-2777EA841E5C}" destId="{66D8F62A-1757-4386-ABFD-6563D8CDE353}" srcOrd="0" destOrd="0" presId="urn:microsoft.com/office/officeart/2005/8/layout/cycle1"/>
    <dgm:cxn modelId="{510E6683-227C-4107-A2C5-B008F824D202}" type="presOf" srcId="{AC7CDF9E-6726-4690-91FC-CBE1CD27B9E8}" destId="{024607D6-E503-40D8-A1F4-CD23C5DB72A0}" srcOrd="0" destOrd="0" presId="urn:microsoft.com/office/officeart/2005/8/layout/cycle1"/>
    <dgm:cxn modelId="{18BFCC83-7540-4BC3-8003-31DA37844E20}" type="presOf" srcId="{EE5F4922-43C6-49F3-A83C-C8C740A77278}" destId="{95823CCF-5C73-444D-A269-8402DA6DF20B}" srcOrd="0" destOrd="0" presId="urn:microsoft.com/office/officeart/2005/8/layout/cycle1"/>
    <dgm:cxn modelId="{DD950F8D-067A-4926-BE42-237F0652E46C}" type="presOf" srcId="{C1C394F9-5DE0-4689-877D-4EF67DA1A05C}" destId="{2F3B6F94-A9D3-4C5A-8237-51578CF20ACC}" srcOrd="0" destOrd="0" presId="urn:microsoft.com/office/officeart/2005/8/layout/cycle1"/>
    <dgm:cxn modelId="{60987499-D9D2-4528-98C3-CA712DDEC12D}" type="presOf" srcId="{7AE67812-1857-47C9-A62C-4F5278D88A49}" destId="{AD84D491-7285-4AC0-8953-6B6354BBA429}" srcOrd="0" destOrd="0" presId="urn:microsoft.com/office/officeart/2005/8/layout/cycle1"/>
    <dgm:cxn modelId="{CF39FA9A-B2F8-4ACF-A61A-B983B672DC8A}" type="presOf" srcId="{7D37EB4A-4E54-4DEE-8E85-EDD4D54B4223}" destId="{D0C016BF-4084-4962-9793-C27021E231F6}" srcOrd="0" destOrd="0" presId="urn:microsoft.com/office/officeart/2005/8/layout/cycle1"/>
    <dgm:cxn modelId="{840BA5A0-9527-41D0-A5DC-220D8216ECB6}" type="presOf" srcId="{A45E6A2D-D18B-43D6-969C-EB24343ABB1A}" destId="{66053E87-1AC6-4757-94DE-D9C75B4FF86F}" srcOrd="0" destOrd="0" presId="urn:microsoft.com/office/officeart/2005/8/layout/cycle1"/>
    <dgm:cxn modelId="{C5AA28B4-F825-4F28-9911-A97165BF5205}" type="presOf" srcId="{FDB64778-704D-4A24-9A3E-21DAB00F523B}" destId="{D1DE94AA-2221-4DCC-B5FC-79D9E958B3F3}" srcOrd="0" destOrd="0" presId="urn:microsoft.com/office/officeart/2005/8/layout/cycle1"/>
    <dgm:cxn modelId="{CB68F6E1-5636-4FC7-A452-B2F21E4F63EF}" type="presOf" srcId="{91641264-F093-4F4D-8D3A-0973AFB7D08A}" destId="{1C90B158-75A0-4CA7-8345-8EB498A32459}" srcOrd="0" destOrd="0" presId="urn:microsoft.com/office/officeart/2005/8/layout/cycle1"/>
    <dgm:cxn modelId="{388BA1E8-C3FC-46BB-A4E9-A8BDC94F116D}" srcId="{6A9B42E6-C2F5-4200-8532-2777EA841E5C}" destId="{DB026136-43E9-45F1-955D-5B42A6745DAF}" srcOrd="7" destOrd="0" parTransId="{B9040623-2872-4326-8AE3-6B6C9D75E73D}" sibTransId="{7450675A-9576-4C07-A3B1-D3379FEFCA65}"/>
    <dgm:cxn modelId="{DF61DCF3-7EA3-403F-BE3D-C8B20385421C}" type="presOf" srcId="{7450675A-9576-4C07-A3B1-D3379FEFCA65}" destId="{6658A1B2-E6C7-42AD-B332-EBEAC0652D75}" srcOrd="0" destOrd="0" presId="urn:microsoft.com/office/officeart/2005/8/layout/cycle1"/>
    <dgm:cxn modelId="{EA0E13FB-ECF7-446F-8EE1-6EF23DDFD992}" srcId="{6A9B42E6-C2F5-4200-8532-2777EA841E5C}" destId="{7AE67812-1857-47C9-A62C-4F5278D88A49}" srcOrd="6" destOrd="0" parTransId="{DA8372F2-80CD-45C4-9AA5-B9DB1CAFA97E}" sibTransId="{371F2BEF-14F7-4CD9-809B-6239EB76B3A0}"/>
    <dgm:cxn modelId="{B95BE48F-CCB7-4B09-88E1-B07834BD8879}" type="presParOf" srcId="{66D8F62A-1757-4386-ABFD-6563D8CDE353}" destId="{973B9456-EE33-4216-9092-67C2F0514AA0}" srcOrd="0" destOrd="0" presId="urn:microsoft.com/office/officeart/2005/8/layout/cycle1"/>
    <dgm:cxn modelId="{37D6663A-8630-463E-B557-32695814608E}" type="presParOf" srcId="{66D8F62A-1757-4386-ABFD-6563D8CDE353}" destId="{65299AB3-8A59-4880-8C3C-0B0A968C6A33}" srcOrd="1" destOrd="0" presId="urn:microsoft.com/office/officeart/2005/8/layout/cycle1"/>
    <dgm:cxn modelId="{D6154993-BD5E-4031-9604-9854BC48A285}" type="presParOf" srcId="{66D8F62A-1757-4386-ABFD-6563D8CDE353}" destId="{296E26FA-4407-47B0-AB7C-ECFE3C33AB96}" srcOrd="2" destOrd="0" presId="urn:microsoft.com/office/officeart/2005/8/layout/cycle1"/>
    <dgm:cxn modelId="{486B258B-A88F-47C6-843D-18E727E3A46D}" type="presParOf" srcId="{66D8F62A-1757-4386-ABFD-6563D8CDE353}" destId="{F8330E4F-9E5B-4CAC-98E4-209CAFF10FCD}" srcOrd="3" destOrd="0" presId="urn:microsoft.com/office/officeart/2005/8/layout/cycle1"/>
    <dgm:cxn modelId="{5AC6FA42-704A-46AA-AEDD-DC606A5BAFD5}" type="presParOf" srcId="{66D8F62A-1757-4386-ABFD-6563D8CDE353}" destId="{2F3B6F94-A9D3-4C5A-8237-51578CF20ACC}" srcOrd="4" destOrd="0" presId="urn:microsoft.com/office/officeart/2005/8/layout/cycle1"/>
    <dgm:cxn modelId="{1AD4F4FC-7B90-448F-B727-FC79FD6C78AD}" type="presParOf" srcId="{66D8F62A-1757-4386-ABFD-6563D8CDE353}" destId="{95823CCF-5C73-444D-A269-8402DA6DF20B}" srcOrd="5" destOrd="0" presId="urn:microsoft.com/office/officeart/2005/8/layout/cycle1"/>
    <dgm:cxn modelId="{B9462905-C41A-4E7C-8A5C-90490C86E278}" type="presParOf" srcId="{66D8F62A-1757-4386-ABFD-6563D8CDE353}" destId="{D4FB5AA9-A7DB-4CF0-99F5-EB061247EF42}" srcOrd="6" destOrd="0" presId="urn:microsoft.com/office/officeart/2005/8/layout/cycle1"/>
    <dgm:cxn modelId="{96360973-91CD-4FB3-8063-EC1C6F284D0B}" type="presParOf" srcId="{66D8F62A-1757-4386-ABFD-6563D8CDE353}" destId="{024607D6-E503-40D8-A1F4-CD23C5DB72A0}" srcOrd="7" destOrd="0" presId="urn:microsoft.com/office/officeart/2005/8/layout/cycle1"/>
    <dgm:cxn modelId="{16BA1CD7-AE06-4F0B-84D6-495DF66FE932}" type="presParOf" srcId="{66D8F62A-1757-4386-ABFD-6563D8CDE353}" destId="{AC6C29FF-5088-40C8-AC57-143402CB8866}" srcOrd="8" destOrd="0" presId="urn:microsoft.com/office/officeart/2005/8/layout/cycle1"/>
    <dgm:cxn modelId="{9B1304AE-2629-42E6-A24E-BEFBECE4A71A}" type="presParOf" srcId="{66D8F62A-1757-4386-ABFD-6563D8CDE353}" destId="{33559E30-FE16-42BF-8B07-49097E998324}" srcOrd="9" destOrd="0" presId="urn:microsoft.com/office/officeart/2005/8/layout/cycle1"/>
    <dgm:cxn modelId="{485E3943-64CE-447A-A23F-9251CD5AC56A}" type="presParOf" srcId="{66D8F62A-1757-4386-ABFD-6563D8CDE353}" destId="{66053E87-1AC6-4757-94DE-D9C75B4FF86F}" srcOrd="10" destOrd="0" presId="urn:microsoft.com/office/officeart/2005/8/layout/cycle1"/>
    <dgm:cxn modelId="{8E5AEF35-B61A-4C03-BCEE-A47F6F38FBDF}" type="presParOf" srcId="{66D8F62A-1757-4386-ABFD-6563D8CDE353}" destId="{D0C016BF-4084-4962-9793-C27021E231F6}" srcOrd="11" destOrd="0" presId="urn:microsoft.com/office/officeart/2005/8/layout/cycle1"/>
    <dgm:cxn modelId="{E3462C61-1A50-4043-9D7A-4DE550D7FC0D}" type="presParOf" srcId="{66D8F62A-1757-4386-ABFD-6563D8CDE353}" destId="{0C53ACC9-163C-4570-881A-7E4300E93685}" srcOrd="12" destOrd="0" presId="urn:microsoft.com/office/officeart/2005/8/layout/cycle1"/>
    <dgm:cxn modelId="{EDB6BBF8-CEBE-44AD-B15B-5E9DEFC423B6}" type="presParOf" srcId="{66D8F62A-1757-4386-ABFD-6563D8CDE353}" destId="{D1DE94AA-2221-4DCC-B5FC-79D9E958B3F3}" srcOrd="13" destOrd="0" presId="urn:microsoft.com/office/officeart/2005/8/layout/cycle1"/>
    <dgm:cxn modelId="{9E886A32-114B-466D-A4BC-74F4A470E672}" type="presParOf" srcId="{66D8F62A-1757-4386-ABFD-6563D8CDE353}" destId="{BEC7C6A9-F9AB-43A4-83C3-1FD16245C6F6}" srcOrd="14" destOrd="0" presId="urn:microsoft.com/office/officeart/2005/8/layout/cycle1"/>
    <dgm:cxn modelId="{20A7BE97-0A7B-446D-8B84-54F48D0EDA8D}" type="presParOf" srcId="{66D8F62A-1757-4386-ABFD-6563D8CDE353}" destId="{31309B96-79E9-474F-9D3B-6BB3CF2B1088}" srcOrd="15" destOrd="0" presId="urn:microsoft.com/office/officeart/2005/8/layout/cycle1"/>
    <dgm:cxn modelId="{D5F4A098-D543-4B2F-AF4E-7311E5A58B94}" type="presParOf" srcId="{66D8F62A-1757-4386-ABFD-6563D8CDE353}" destId="{F9919701-21FE-4641-975C-F7766B03CAE5}" srcOrd="16" destOrd="0" presId="urn:microsoft.com/office/officeart/2005/8/layout/cycle1"/>
    <dgm:cxn modelId="{7007838B-5799-4A19-BC20-A8E7000BCFE5}" type="presParOf" srcId="{66D8F62A-1757-4386-ABFD-6563D8CDE353}" destId="{1C90B158-75A0-4CA7-8345-8EB498A32459}" srcOrd="17" destOrd="0" presId="urn:microsoft.com/office/officeart/2005/8/layout/cycle1"/>
    <dgm:cxn modelId="{5AEFF601-7552-4C04-969E-1615B5D2F525}" type="presParOf" srcId="{66D8F62A-1757-4386-ABFD-6563D8CDE353}" destId="{00FEEAA5-DCF9-4D6C-9DA1-686E3EF666D4}" srcOrd="18" destOrd="0" presId="urn:microsoft.com/office/officeart/2005/8/layout/cycle1"/>
    <dgm:cxn modelId="{A3882401-A12A-4B60-BA23-01BD55DFF028}" type="presParOf" srcId="{66D8F62A-1757-4386-ABFD-6563D8CDE353}" destId="{AD84D491-7285-4AC0-8953-6B6354BBA429}" srcOrd="19" destOrd="0" presId="urn:microsoft.com/office/officeart/2005/8/layout/cycle1"/>
    <dgm:cxn modelId="{13EAB28D-14ED-4F1F-86BA-0718B60C7C3E}" type="presParOf" srcId="{66D8F62A-1757-4386-ABFD-6563D8CDE353}" destId="{21ED8468-540F-4AC8-BD73-C9EDE9F0607A}" srcOrd="20" destOrd="0" presId="urn:microsoft.com/office/officeart/2005/8/layout/cycle1"/>
    <dgm:cxn modelId="{3BDDE381-5EBB-4E1C-8068-3763E6817BCA}" type="presParOf" srcId="{66D8F62A-1757-4386-ABFD-6563D8CDE353}" destId="{A5EA98A8-2A9B-4312-8CC0-E3B4EA2328DD}" srcOrd="21" destOrd="0" presId="urn:microsoft.com/office/officeart/2005/8/layout/cycle1"/>
    <dgm:cxn modelId="{094075DA-F090-48C2-B57B-A9AAE685AA3A}" type="presParOf" srcId="{66D8F62A-1757-4386-ABFD-6563D8CDE353}" destId="{FF3E6ADB-FA2A-46ED-B852-79225F4FA290}" srcOrd="22" destOrd="0" presId="urn:microsoft.com/office/officeart/2005/8/layout/cycle1"/>
    <dgm:cxn modelId="{FDEC1E9E-8E19-413D-96D7-626B498BE27B}" type="presParOf" srcId="{66D8F62A-1757-4386-ABFD-6563D8CDE353}" destId="{6658A1B2-E6C7-42AD-B332-EBEAC0652D75}" srcOrd="23" destOrd="0" presId="urn:microsoft.com/office/officeart/2005/8/layout/cycl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CA1048A-87B5-4F33-AD56-83C94840B080}"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57897C21-0660-4C67-9AE5-054FA5FCDAEF}">
      <dgm:prSet/>
      <dgm:spPr/>
      <dgm:t>
        <a:bodyPr/>
        <a:lstStyle/>
        <a:p>
          <a:pPr>
            <a:lnSpc>
              <a:spcPct val="100000"/>
            </a:lnSpc>
            <a:defRPr b="1"/>
          </a:pPr>
          <a:r>
            <a:rPr lang="en-US"/>
            <a:t>User Empowerment</a:t>
          </a:r>
        </a:p>
      </dgm:t>
    </dgm:pt>
    <dgm:pt modelId="{CB403F98-1638-4C20-AFBD-11BC9469BEC4}" type="parTrans" cxnId="{FD0A93F7-9BD1-47B1-8244-1A79165B08F9}">
      <dgm:prSet/>
      <dgm:spPr/>
      <dgm:t>
        <a:bodyPr/>
        <a:lstStyle/>
        <a:p>
          <a:endParaRPr lang="en-US"/>
        </a:p>
      </dgm:t>
    </dgm:pt>
    <dgm:pt modelId="{1A51AB4E-F544-4B63-A391-160CB9F7B5AD}" type="sibTrans" cxnId="{FD0A93F7-9BD1-47B1-8244-1A79165B08F9}">
      <dgm:prSet/>
      <dgm:spPr/>
      <dgm:t>
        <a:bodyPr/>
        <a:lstStyle/>
        <a:p>
          <a:pPr>
            <a:lnSpc>
              <a:spcPct val="100000"/>
            </a:lnSpc>
            <a:defRPr b="1"/>
          </a:pPr>
          <a:endParaRPr lang="en-US"/>
        </a:p>
      </dgm:t>
    </dgm:pt>
    <dgm:pt modelId="{C28BC586-7089-4436-B8EE-D35875BABAFA}">
      <dgm:prSet custT="1"/>
      <dgm:spPr/>
      <dgm:t>
        <a:bodyPr/>
        <a:lstStyle/>
        <a:p>
          <a:pPr>
            <a:lnSpc>
              <a:spcPct val="100000"/>
            </a:lnSpc>
          </a:pPr>
          <a:r>
            <a:rPr lang="en-US" sz="1800" dirty="0"/>
            <a:t>A well-designed app makes shopping easy and enjoyable, increasing user empowerment and satisfaction.</a:t>
          </a:r>
        </a:p>
      </dgm:t>
    </dgm:pt>
    <dgm:pt modelId="{AF569FA3-A317-4A37-BAA6-BF7C2D75FB9C}" type="parTrans" cxnId="{258B0329-A714-4A52-92D5-44EAD39EDDD7}">
      <dgm:prSet/>
      <dgm:spPr/>
      <dgm:t>
        <a:bodyPr/>
        <a:lstStyle/>
        <a:p>
          <a:endParaRPr lang="en-US"/>
        </a:p>
      </dgm:t>
    </dgm:pt>
    <dgm:pt modelId="{A4D6FE27-590A-4D92-8244-A2709FD17FFD}" type="sibTrans" cxnId="{258B0329-A714-4A52-92D5-44EAD39EDDD7}">
      <dgm:prSet/>
      <dgm:spPr/>
      <dgm:t>
        <a:bodyPr/>
        <a:lstStyle/>
        <a:p>
          <a:endParaRPr lang="en-US"/>
        </a:p>
      </dgm:t>
    </dgm:pt>
    <dgm:pt modelId="{F332AFB0-564E-4029-9051-6E63A9DACACB}">
      <dgm:prSet/>
      <dgm:spPr/>
      <dgm:t>
        <a:bodyPr/>
        <a:lstStyle/>
        <a:p>
          <a:pPr>
            <a:lnSpc>
              <a:spcPct val="100000"/>
            </a:lnSpc>
            <a:defRPr b="1"/>
          </a:pPr>
          <a:r>
            <a:rPr lang="en-US" dirty="0"/>
            <a:t>Enhanced Customer Loyalty</a:t>
          </a:r>
        </a:p>
      </dgm:t>
    </dgm:pt>
    <dgm:pt modelId="{723A825D-3198-4915-B8DE-9329E28E4B01}" type="parTrans" cxnId="{85A7D5D1-CC5F-4E8C-B6A7-EBC6B881218A}">
      <dgm:prSet/>
      <dgm:spPr/>
      <dgm:t>
        <a:bodyPr/>
        <a:lstStyle/>
        <a:p>
          <a:endParaRPr lang="en-US"/>
        </a:p>
      </dgm:t>
    </dgm:pt>
    <dgm:pt modelId="{43D02463-9B46-4402-A2B1-69ABB303402D}" type="sibTrans" cxnId="{85A7D5D1-CC5F-4E8C-B6A7-EBC6B881218A}">
      <dgm:prSet/>
      <dgm:spPr/>
      <dgm:t>
        <a:bodyPr/>
        <a:lstStyle/>
        <a:p>
          <a:pPr>
            <a:lnSpc>
              <a:spcPct val="100000"/>
            </a:lnSpc>
            <a:defRPr b="1"/>
          </a:pPr>
          <a:endParaRPr lang="en-US"/>
        </a:p>
      </dgm:t>
    </dgm:pt>
    <dgm:pt modelId="{23A46484-8769-4C3F-88CE-736769D01950}">
      <dgm:prSet custT="1"/>
      <dgm:spPr/>
      <dgm:t>
        <a:bodyPr/>
        <a:lstStyle/>
        <a:p>
          <a:pPr>
            <a:lnSpc>
              <a:spcPct val="100000"/>
            </a:lnSpc>
          </a:pPr>
          <a:r>
            <a:rPr lang="en-US" sz="1800" dirty="0"/>
            <a:t>Effortless shopping experiences boost customer loyalty and repeat business for fashion-insta.</a:t>
          </a:r>
        </a:p>
      </dgm:t>
    </dgm:pt>
    <dgm:pt modelId="{49A57C03-11F2-4E79-8F87-99C80FA72CED}" type="parTrans" cxnId="{C5D03DAA-6960-4393-9FD6-25A73411012E}">
      <dgm:prSet/>
      <dgm:spPr/>
      <dgm:t>
        <a:bodyPr/>
        <a:lstStyle/>
        <a:p>
          <a:endParaRPr lang="en-US"/>
        </a:p>
      </dgm:t>
    </dgm:pt>
    <dgm:pt modelId="{1779C887-1AB4-45FA-B2AC-3D98F81BC14A}" type="sibTrans" cxnId="{C5D03DAA-6960-4393-9FD6-25A73411012E}">
      <dgm:prSet/>
      <dgm:spPr/>
      <dgm:t>
        <a:bodyPr/>
        <a:lstStyle/>
        <a:p>
          <a:endParaRPr lang="en-US"/>
        </a:p>
      </dgm:t>
    </dgm:pt>
    <dgm:pt modelId="{C3E391EC-F874-4A75-9754-03F6390492AC}">
      <dgm:prSet/>
      <dgm:spPr/>
      <dgm:t>
        <a:bodyPr/>
        <a:lstStyle/>
        <a:p>
          <a:pPr>
            <a:lnSpc>
              <a:spcPct val="100000"/>
            </a:lnSpc>
            <a:defRPr b="1"/>
          </a:pPr>
          <a:r>
            <a:rPr lang="en-US" dirty="0"/>
            <a:t>Competitive Market Success</a:t>
          </a:r>
        </a:p>
      </dgm:t>
    </dgm:pt>
    <dgm:pt modelId="{AA0A7EF7-3D09-4E04-9C37-A4A2C6178FDF}" type="parTrans" cxnId="{D688C36C-0958-44C4-870D-DADB0B5FCE5E}">
      <dgm:prSet/>
      <dgm:spPr/>
      <dgm:t>
        <a:bodyPr/>
        <a:lstStyle/>
        <a:p>
          <a:endParaRPr lang="en-US"/>
        </a:p>
      </dgm:t>
    </dgm:pt>
    <dgm:pt modelId="{27A2A1B1-E760-42D7-80D0-D1AB6E764987}" type="sibTrans" cxnId="{D688C36C-0958-44C4-870D-DADB0B5FCE5E}">
      <dgm:prSet/>
      <dgm:spPr/>
      <dgm:t>
        <a:bodyPr/>
        <a:lstStyle/>
        <a:p>
          <a:endParaRPr lang="en-US"/>
        </a:p>
      </dgm:t>
    </dgm:pt>
    <dgm:pt modelId="{B379C9A0-F0B4-4093-BBD6-8DA0BE3C3444}">
      <dgm:prSet custT="1"/>
      <dgm:spPr/>
      <dgm:t>
        <a:bodyPr/>
        <a:lstStyle/>
        <a:p>
          <a:pPr>
            <a:lnSpc>
              <a:spcPct val="100000"/>
            </a:lnSpc>
          </a:pPr>
          <a:r>
            <a:rPr lang="en-US" sz="1800" dirty="0"/>
            <a:t>Focusing on user-friendly features allows fashion-insta to thrive in a competitive marketplace.</a:t>
          </a:r>
        </a:p>
      </dgm:t>
    </dgm:pt>
    <dgm:pt modelId="{FFF626D4-2B41-4AD6-9D35-D1C4585D0374}" type="parTrans" cxnId="{E47C4934-5E26-4670-9691-54449E734653}">
      <dgm:prSet/>
      <dgm:spPr/>
      <dgm:t>
        <a:bodyPr/>
        <a:lstStyle/>
        <a:p>
          <a:endParaRPr lang="en-US"/>
        </a:p>
      </dgm:t>
    </dgm:pt>
    <dgm:pt modelId="{803816BA-6EB9-4F0B-A28A-91CB25FCE276}" type="sibTrans" cxnId="{E47C4934-5E26-4670-9691-54449E734653}">
      <dgm:prSet/>
      <dgm:spPr/>
      <dgm:t>
        <a:bodyPr/>
        <a:lstStyle/>
        <a:p>
          <a:endParaRPr lang="en-US"/>
        </a:p>
      </dgm:t>
    </dgm:pt>
    <dgm:pt modelId="{72CF5188-28B4-4C2F-AED0-5D795DCA1C05}" type="pres">
      <dgm:prSet presAssocID="{2CA1048A-87B5-4F33-AD56-83C94840B080}" presName="Name0" presStyleCnt="0">
        <dgm:presLayoutVars>
          <dgm:dir/>
          <dgm:resizeHandles val="exact"/>
        </dgm:presLayoutVars>
      </dgm:prSet>
      <dgm:spPr/>
    </dgm:pt>
    <dgm:pt modelId="{9ECE455B-199F-469E-B98F-483803CB295D}" type="pres">
      <dgm:prSet presAssocID="{57897C21-0660-4C67-9AE5-054FA5FCDAEF}" presName="compNode" presStyleCnt="0"/>
      <dgm:spPr/>
    </dgm:pt>
    <dgm:pt modelId="{574407C4-89B4-44A4-BF11-DE7538D379A5}" type="pres">
      <dgm:prSet presAssocID="{57897C21-0660-4C67-9AE5-054FA5FCDAEF}" presName="pictRect" presStyleLbl="revTx" presStyleIdx="0" presStyleCnt="6">
        <dgm:presLayoutVars>
          <dgm:chMax val="0"/>
          <dgm:bulletEnabled/>
        </dgm:presLayoutVars>
      </dgm:prSet>
      <dgm:spPr/>
    </dgm:pt>
    <dgm:pt modelId="{9CDA3599-E0DF-4983-A7CA-EA59D885157F}" type="pres">
      <dgm:prSet presAssocID="{57897C21-0660-4C67-9AE5-054FA5FCDAEF}" presName="textRect" presStyleLbl="revTx" presStyleIdx="1" presStyleCnt="6">
        <dgm:presLayoutVars>
          <dgm:bulletEnabled/>
        </dgm:presLayoutVars>
      </dgm:prSet>
      <dgm:spPr/>
    </dgm:pt>
    <dgm:pt modelId="{54C040A8-07E9-492F-A380-0FE6C0582453}" type="pres">
      <dgm:prSet presAssocID="{1A51AB4E-F544-4B63-A391-160CB9F7B5AD}" presName="sibTrans" presStyleLbl="sibTrans2D1" presStyleIdx="0" presStyleCnt="0"/>
      <dgm:spPr/>
    </dgm:pt>
    <dgm:pt modelId="{A7EF734F-25E1-435C-B658-ABE1E5925D9B}" type="pres">
      <dgm:prSet presAssocID="{F332AFB0-564E-4029-9051-6E63A9DACACB}" presName="compNode" presStyleCnt="0"/>
      <dgm:spPr/>
    </dgm:pt>
    <dgm:pt modelId="{77B36B6D-26D6-4855-8FDE-2D45A1D7241E}" type="pres">
      <dgm:prSet presAssocID="{F332AFB0-564E-4029-9051-6E63A9DACACB}" presName="pictRect" presStyleLbl="revTx" presStyleIdx="2" presStyleCnt="6">
        <dgm:presLayoutVars>
          <dgm:chMax val="0"/>
          <dgm:bulletEnabled/>
        </dgm:presLayoutVars>
      </dgm:prSet>
      <dgm:spPr/>
    </dgm:pt>
    <dgm:pt modelId="{90D06E32-9421-4453-8269-1BEB2881F8F0}" type="pres">
      <dgm:prSet presAssocID="{F332AFB0-564E-4029-9051-6E63A9DACACB}" presName="textRect" presStyleLbl="revTx" presStyleIdx="3" presStyleCnt="6">
        <dgm:presLayoutVars>
          <dgm:bulletEnabled/>
        </dgm:presLayoutVars>
      </dgm:prSet>
      <dgm:spPr/>
    </dgm:pt>
    <dgm:pt modelId="{29DAAED6-78C3-425A-BEF0-42A96B8FA085}" type="pres">
      <dgm:prSet presAssocID="{43D02463-9B46-4402-A2B1-69ABB303402D}" presName="sibTrans" presStyleLbl="sibTrans2D1" presStyleIdx="0" presStyleCnt="0"/>
      <dgm:spPr/>
    </dgm:pt>
    <dgm:pt modelId="{44A0D902-202F-4066-B4C3-245ACE319AB0}" type="pres">
      <dgm:prSet presAssocID="{C3E391EC-F874-4A75-9754-03F6390492AC}" presName="compNode" presStyleCnt="0"/>
      <dgm:spPr/>
    </dgm:pt>
    <dgm:pt modelId="{5D8576D0-632B-4AA0-B361-AF10CAC95C5B}" type="pres">
      <dgm:prSet presAssocID="{C3E391EC-F874-4A75-9754-03F6390492AC}" presName="pictRect" presStyleLbl="revTx" presStyleIdx="4" presStyleCnt="6">
        <dgm:presLayoutVars>
          <dgm:chMax val="0"/>
          <dgm:bulletEnabled/>
        </dgm:presLayoutVars>
      </dgm:prSet>
      <dgm:spPr/>
    </dgm:pt>
    <dgm:pt modelId="{D6D69A55-B94F-498E-93DF-ED10CBA9C2A2}" type="pres">
      <dgm:prSet presAssocID="{C3E391EC-F874-4A75-9754-03F6390492AC}" presName="textRect" presStyleLbl="revTx" presStyleIdx="5" presStyleCnt="6">
        <dgm:presLayoutVars>
          <dgm:bulletEnabled/>
        </dgm:presLayoutVars>
      </dgm:prSet>
      <dgm:spPr/>
    </dgm:pt>
  </dgm:ptLst>
  <dgm:cxnLst>
    <dgm:cxn modelId="{258B0329-A714-4A52-92D5-44EAD39EDDD7}" srcId="{57897C21-0660-4C67-9AE5-054FA5FCDAEF}" destId="{C28BC586-7089-4436-B8EE-D35875BABAFA}" srcOrd="0" destOrd="0" parTransId="{AF569FA3-A317-4A37-BAA6-BF7C2D75FB9C}" sibTransId="{A4D6FE27-590A-4D92-8244-A2709FD17FFD}"/>
    <dgm:cxn modelId="{75F3922C-E55E-47E9-8520-6F56BF17BEE7}" type="presOf" srcId="{1A51AB4E-F544-4B63-A391-160CB9F7B5AD}" destId="{54C040A8-07E9-492F-A380-0FE6C0582453}" srcOrd="0" destOrd="0" presId="urn:microsoft.com/office/officeart/2024/3/layout/hArchList1"/>
    <dgm:cxn modelId="{E47C4934-5E26-4670-9691-54449E734653}" srcId="{C3E391EC-F874-4A75-9754-03F6390492AC}" destId="{B379C9A0-F0B4-4093-BBD6-8DA0BE3C3444}" srcOrd="0" destOrd="0" parTransId="{FFF626D4-2B41-4AD6-9D35-D1C4585D0374}" sibTransId="{803816BA-6EB9-4F0B-A28A-91CB25FCE276}"/>
    <dgm:cxn modelId="{081C974B-446C-42FF-9A96-BB35B19A18AF}" type="presOf" srcId="{23A46484-8769-4C3F-88CE-736769D01950}" destId="{90D06E32-9421-4453-8269-1BEB2881F8F0}" srcOrd="0" destOrd="0" presId="urn:microsoft.com/office/officeart/2024/3/layout/hArchList1"/>
    <dgm:cxn modelId="{D688C36C-0958-44C4-870D-DADB0B5FCE5E}" srcId="{2CA1048A-87B5-4F33-AD56-83C94840B080}" destId="{C3E391EC-F874-4A75-9754-03F6390492AC}" srcOrd="2" destOrd="0" parTransId="{AA0A7EF7-3D09-4E04-9C37-A4A2C6178FDF}" sibTransId="{27A2A1B1-E760-42D7-80D0-D1AB6E764987}"/>
    <dgm:cxn modelId="{D2A90B4E-1990-4551-B80F-9EF6DCE60C40}" type="presOf" srcId="{43D02463-9B46-4402-A2B1-69ABB303402D}" destId="{29DAAED6-78C3-425A-BEF0-42A96B8FA085}" srcOrd="0" destOrd="0" presId="urn:microsoft.com/office/officeart/2024/3/layout/hArchList1"/>
    <dgm:cxn modelId="{4547834F-8697-4B8B-BD38-CC87B0B8F26D}" type="presOf" srcId="{B379C9A0-F0B4-4093-BBD6-8DA0BE3C3444}" destId="{D6D69A55-B94F-498E-93DF-ED10CBA9C2A2}" srcOrd="0" destOrd="0" presId="urn:microsoft.com/office/officeart/2024/3/layout/hArchList1"/>
    <dgm:cxn modelId="{C5277971-32A5-4371-9387-B973764B8887}" type="presOf" srcId="{C28BC586-7089-4436-B8EE-D35875BABAFA}" destId="{9CDA3599-E0DF-4983-A7CA-EA59D885157F}" srcOrd="0" destOrd="0" presId="urn:microsoft.com/office/officeart/2024/3/layout/hArchList1"/>
    <dgm:cxn modelId="{31A8FB75-3F59-4026-B318-877F85B1C446}" type="presOf" srcId="{C3E391EC-F874-4A75-9754-03F6390492AC}" destId="{5D8576D0-632B-4AA0-B361-AF10CAC95C5B}" srcOrd="0" destOrd="0" presId="urn:microsoft.com/office/officeart/2024/3/layout/hArchList1"/>
    <dgm:cxn modelId="{C5D03DAA-6960-4393-9FD6-25A73411012E}" srcId="{F332AFB0-564E-4029-9051-6E63A9DACACB}" destId="{23A46484-8769-4C3F-88CE-736769D01950}" srcOrd="0" destOrd="0" parTransId="{49A57C03-11F2-4E79-8F87-99C80FA72CED}" sibTransId="{1779C887-1AB4-45FA-B2AC-3D98F81BC14A}"/>
    <dgm:cxn modelId="{ED6F9BAD-6370-42F3-80A3-DC688CAA02D1}" type="presOf" srcId="{2CA1048A-87B5-4F33-AD56-83C94840B080}" destId="{72CF5188-28B4-4C2F-AED0-5D795DCA1C05}" srcOrd="0" destOrd="0" presId="urn:microsoft.com/office/officeart/2024/3/layout/hArchList1"/>
    <dgm:cxn modelId="{203C30C0-D167-460D-A67D-A831AD1FB4B4}" type="presOf" srcId="{57897C21-0660-4C67-9AE5-054FA5FCDAEF}" destId="{574407C4-89B4-44A4-BF11-DE7538D379A5}" srcOrd="0" destOrd="0" presId="urn:microsoft.com/office/officeart/2024/3/layout/hArchList1"/>
    <dgm:cxn modelId="{F294C2CE-6999-415E-967E-64F73C41516A}" type="presOf" srcId="{F332AFB0-564E-4029-9051-6E63A9DACACB}" destId="{77B36B6D-26D6-4855-8FDE-2D45A1D7241E}" srcOrd="0" destOrd="0" presId="urn:microsoft.com/office/officeart/2024/3/layout/hArchList1"/>
    <dgm:cxn modelId="{85A7D5D1-CC5F-4E8C-B6A7-EBC6B881218A}" srcId="{2CA1048A-87B5-4F33-AD56-83C94840B080}" destId="{F332AFB0-564E-4029-9051-6E63A9DACACB}" srcOrd="1" destOrd="0" parTransId="{723A825D-3198-4915-B8DE-9329E28E4B01}" sibTransId="{43D02463-9B46-4402-A2B1-69ABB303402D}"/>
    <dgm:cxn modelId="{FD0A93F7-9BD1-47B1-8244-1A79165B08F9}" srcId="{2CA1048A-87B5-4F33-AD56-83C94840B080}" destId="{57897C21-0660-4C67-9AE5-054FA5FCDAEF}" srcOrd="0" destOrd="0" parTransId="{CB403F98-1638-4C20-AFBD-11BC9469BEC4}" sibTransId="{1A51AB4E-F544-4B63-A391-160CB9F7B5AD}"/>
    <dgm:cxn modelId="{3ABEEF5D-564C-43CF-B698-AE821849F7B4}" type="presParOf" srcId="{72CF5188-28B4-4C2F-AED0-5D795DCA1C05}" destId="{9ECE455B-199F-469E-B98F-483803CB295D}" srcOrd="0" destOrd="0" presId="urn:microsoft.com/office/officeart/2024/3/layout/hArchList1"/>
    <dgm:cxn modelId="{DDB7674A-5466-43BE-A052-0B1A32BF814F}" type="presParOf" srcId="{9ECE455B-199F-469E-B98F-483803CB295D}" destId="{574407C4-89B4-44A4-BF11-DE7538D379A5}" srcOrd="0" destOrd="0" presId="urn:microsoft.com/office/officeart/2024/3/layout/hArchList1"/>
    <dgm:cxn modelId="{31D05545-B54F-4E02-88E7-90F0616AAB60}" type="presParOf" srcId="{9ECE455B-199F-469E-B98F-483803CB295D}" destId="{9CDA3599-E0DF-4983-A7CA-EA59D885157F}" srcOrd="1" destOrd="0" presId="urn:microsoft.com/office/officeart/2024/3/layout/hArchList1"/>
    <dgm:cxn modelId="{B1052300-72FF-45C8-95D0-0A6F9DBF6390}" type="presParOf" srcId="{72CF5188-28B4-4C2F-AED0-5D795DCA1C05}" destId="{54C040A8-07E9-492F-A380-0FE6C0582453}" srcOrd="1" destOrd="0" presId="urn:microsoft.com/office/officeart/2024/3/layout/hArchList1"/>
    <dgm:cxn modelId="{F12D4FCF-C2BF-4350-AD5F-79A2F0FC4037}" type="presParOf" srcId="{72CF5188-28B4-4C2F-AED0-5D795DCA1C05}" destId="{A7EF734F-25E1-435C-B658-ABE1E5925D9B}" srcOrd="2" destOrd="0" presId="urn:microsoft.com/office/officeart/2024/3/layout/hArchList1"/>
    <dgm:cxn modelId="{88C8092C-D65D-4FFA-BC7C-218CC05B2E17}" type="presParOf" srcId="{A7EF734F-25E1-435C-B658-ABE1E5925D9B}" destId="{77B36B6D-26D6-4855-8FDE-2D45A1D7241E}" srcOrd="0" destOrd="0" presId="urn:microsoft.com/office/officeart/2024/3/layout/hArchList1"/>
    <dgm:cxn modelId="{56E50D53-2C1A-4201-9124-18329E242B87}" type="presParOf" srcId="{A7EF734F-25E1-435C-B658-ABE1E5925D9B}" destId="{90D06E32-9421-4453-8269-1BEB2881F8F0}" srcOrd="1" destOrd="0" presId="urn:microsoft.com/office/officeart/2024/3/layout/hArchList1"/>
    <dgm:cxn modelId="{013C78A9-9E2C-4DA9-8BC9-62F27CF829DD}" type="presParOf" srcId="{72CF5188-28B4-4C2F-AED0-5D795DCA1C05}" destId="{29DAAED6-78C3-425A-BEF0-42A96B8FA085}" srcOrd="3" destOrd="0" presId="urn:microsoft.com/office/officeart/2024/3/layout/hArchList1"/>
    <dgm:cxn modelId="{9E9F6A26-BDA0-4B80-AC42-B30E40E51357}" type="presParOf" srcId="{72CF5188-28B4-4C2F-AED0-5D795DCA1C05}" destId="{44A0D902-202F-4066-B4C3-245ACE319AB0}" srcOrd="4" destOrd="0" presId="urn:microsoft.com/office/officeart/2024/3/layout/hArchList1"/>
    <dgm:cxn modelId="{793BBE27-0843-467A-BE2B-E29C1276F201}" type="presParOf" srcId="{44A0D902-202F-4066-B4C3-245ACE319AB0}" destId="{5D8576D0-632B-4AA0-B361-AF10CAC95C5B}" srcOrd="0" destOrd="0" presId="urn:microsoft.com/office/officeart/2024/3/layout/hArchList1"/>
    <dgm:cxn modelId="{ED97C80C-3260-4177-ADB2-2256C3AE8D82}" type="presParOf" srcId="{44A0D902-202F-4066-B4C3-245ACE319AB0}" destId="{D6D69A55-B94F-498E-93DF-ED10CBA9C2A2}"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C9C033-549B-4B3D-929C-86A4B3D2DA2C}">
      <dsp:nvSpPr>
        <dsp:cNvPr id="0" name=""/>
        <dsp:cNvSpPr/>
      </dsp:nvSpPr>
      <dsp:spPr>
        <a:xfrm>
          <a:off x="0" y="4471"/>
          <a:ext cx="7159752" cy="9525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9A02C42-D633-4BB9-AF07-EAFBFCB88728}">
      <dsp:nvSpPr>
        <dsp:cNvPr id="0" name=""/>
        <dsp:cNvSpPr/>
      </dsp:nvSpPr>
      <dsp:spPr>
        <a:xfrm>
          <a:off x="288141" y="218791"/>
          <a:ext cx="523893" cy="52389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6AA7D11-33DE-4E6F-9F8C-FDE8141FEAD5}">
      <dsp:nvSpPr>
        <dsp:cNvPr id="0" name=""/>
        <dsp:cNvSpPr/>
      </dsp:nvSpPr>
      <dsp:spPr>
        <a:xfrm>
          <a:off x="1100176" y="4471"/>
          <a:ext cx="6059575" cy="9525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0810" tIns="100810" rIns="100810" bIns="100810" numCol="1" spcCol="1270" anchor="ctr" anchorCtr="0">
          <a:noAutofit/>
        </a:bodyPr>
        <a:lstStyle/>
        <a:p>
          <a:pPr marL="0" lvl="0" indent="0" algn="l" defTabSz="666750">
            <a:lnSpc>
              <a:spcPct val="90000"/>
            </a:lnSpc>
            <a:spcBef>
              <a:spcPct val="0"/>
            </a:spcBef>
            <a:spcAft>
              <a:spcPct val="35000"/>
            </a:spcAft>
            <a:buNone/>
          </a:pPr>
          <a:r>
            <a:rPr lang="en-US" sz="1500" kern="1200" dirty="0"/>
            <a:t>Project goal: </a:t>
          </a:r>
        </a:p>
        <a:p>
          <a:pPr marL="0" lvl="0" indent="0" algn="l" defTabSz="666750">
            <a:lnSpc>
              <a:spcPct val="90000"/>
            </a:lnSpc>
            <a:spcBef>
              <a:spcPct val="0"/>
            </a:spcBef>
            <a:spcAft>
              <a:spcPct val="35000"/>
            </a:spcAft>
            <a:buNone/>
          </a:pPr>
          <a:r>
            <a:rPr lang="en-US" sz="1500" kern="1200" dirty="0"/>
            <a:t>Improve user experience through an app allowing photo upload and returning a digitally curated fashion recommendations.</a:t>
          </a:r>
        </a:p>
      </dsp:txBody>
      <dsp:txXfrm>
        <a:off x="1100176" y="4471"/>
        <a:ext cx="6059575" cy="952533"/>
      </dsp:txXfrm>
    </dsp:sp>
    <dsp:sp modelId="{44EA7E16-4E48-4527-8B3E-CD33866892F3}">
      <dsp:nvSpPr>
        <dsp:cNvPr id="0" name=""/>
        <dsp:cNvSpPr/>
      </dsp:nvSpPr>
      <dsp:spPr>
        <a:xfrm>
          <a:off x="0" y="1195138"/>
          <a:ext cx="7159752" cy="9525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E3FD82D-EABE-40ED-9DD3-C494FCB001B5}">
      <dsp:nvSpPr>
        <dsp:cNvPr id="0" name=""/>
        <dsp:cNvSpPr/>
      </dsp:nvSpPr>
      <dsp:spPr>
        <a:xfrm>
          <a:off x="288141" y="1409458"/>
          <a:ext cx="523893" cy="52389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4A55657-61D8-4B72-9688-D0DC63D370B5}">
      <dsp:nvSpPr>
        <dsp:cNvPr id="0" name=""/>
        <dsp:cNvSpPr/>
      </dsp:nvSpPr>
      <dsp:spPr>
        <a:xfrm>
          <a:off x="1100176" y="1195138"/>
          <a:ext cx="6059575" cy="9525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0810" tIns="100810" rIns="100810" bIns="100810" numCol="1" spcCol="1270" anchor="ctr" anchorCtr="0">
          <a:noAutofit/>
        </a:bodyPr>
        <a:lstStyle/>
        <a:p>
          <a:pPr marL="0" lvl="0" indent="0" algn="l" defTabSz="666750">
            <a:lnSpc>
              <a:spcPct val="90000"/>
            </a:lnSpc>
            <a:spcBef>
              <a:spcPct val="0"/>
            </a:spcBef>
            <a:spcAft>
              <a:spcPct val="35000"/>
            </a:spcAft>
            <a:buNone/>
          </a:pPr>
          <a:r>
            <a:rPr lang="en-US" sz="1500" kern="1200" dirty="0"/>
            <a:t>Value Proposition:</a:t>
          </a:r>
        </a:p>
        <a:p>
          <a:pPr marL="0" lvl="0" indent="0" algn="l" defTabSz="666750">
            <a:lnSpc>
              <a:spcPct val="90000"/>
            </a:lnSpc>
            <a:spcBef>
              <a:spcPct val="0"/>
            </a:spcBef>
            <a:spcAft>
              <a:spcPct val="35000"/>
            </a:spcAft>
            <a:buNone/>
          </a:pPr>
          <a:r>
            <a:rPr lang="en-US" sz="1500" kern="1200" dirty="0"/>
            <a:t>Improved user experiences, engagement, and retention and increased sales.</a:t>
          </a:r>
        </a:p>
      </dsp:txBody>
      <dsp:txXfrm>
        <a:off x="1100176" y="1195138"/>
        <a:ext cx="6059575" cy="952533"/>
      </dsp:txXfrm>
    </dsp:sp>
    <dsp:sp modelId="{E3550E14-23A0-449E-9E55-DC46E621F54E}">
      <dsp:nvSpPr>
        <dsp:cNvPr id="0" name=""/>
        <dsp:cNvSpPr/>
      </dsp:nvSpPr>
      <dsp:spPr>
        <a:xfrm>
          <a:off x="0" y="2385805"/>
          <a:ext cx="7159752" cy="9525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517C48B-E41F-4A85-B28F-851BD051F4FE}">
      <dsp:nvSpPr>
        <dsp:cNvPr id="0" name=""/>
        <dsp:cNvSpPr/>
      </dsp:nvSpPr>
      <dsp:spPr>
        <a:xfrm>
          <a:off x="288141" y="2600125"/>
          <a:ext cx="523893" cy="52389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14F366B-040E-4850-B4A0-25AD541D2AC1}">
      <dsp:nvSpPr>
        <dsp:cNvPr id="0" name=""/>
        <dsp:cNvSpPr/>
      </dsp:nvSpPr>
      <dsp:spPr>
        <a:xfrm>
          <a:off x="1100176" y="2385805"/>
          <a:ext cx="6059575" cy="9525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0810" tIns="100810" rIns="100810" bIns="100810" numCol="1" spcCol="1270" anchor="ctr" anchorCtr="0">
          <a:noAutofit/>
        </a:bodyPr>
        <a:lstStyle/>
        <a:p>
          <a:pPr marL="0" lvl="0" indent="0" algn="l" defTabSz="666750">
            <a:lnSpc>
              <a:spcPct val="90000"/>
            </a:lnSpc>
            <a:spcBef>
              <a:spcPct val="0"/>
            </a:spcBef>
            <a:spcAft>
              <a:spcPct val="35000"/>
            </a:spcAft>
            <a:buNone/>
          </a:pPr>
          <a:r>
            <a:rPr lang="en-US" sz="1500" kern="1200" dirty="0"/>
            <a:t>Project Scope: </a:t>
          </a:r>
        </a:p>
        <a:p>
          <a:pPr marL="0" lvl="0" indent="0" algn="l" defTabSz="666750">
            <a:lnSpc>
              <a:spcPct val="90000"/>
            </a:lnSpc>
            <a:spcBef>
              <a:spcPct val="0"/>
            </a:spcBef>
            <a:spcAft>
              <a:spcPct val="35000"/>
            </a:spcAft>
            <a:buNone/>
          </a:pPr>
          <a:r>
            <a:rPr lang="en-US" sz="1500" kern="1200" dirty="0"/>
            <a:t>The estimated timeline of the project is six weeks (design to deployment).</a:t>
          </a:r>
        </a:p>
      </dsp:txBody>
      <dsp:txXfrm>
        <a:off x="1100176" y="2385805"/>
        <a:ext cx="6059575" cy="952533"/>
      </dsp:txXfrm>
    </dsp:sp>
    <dsp:sp modelId="{136124B6-06FB-4E3F-B7D6-52EA998A97A9}">
      <dsp:nvSpPr>
        <dsp:cNvPr id="0" name=""/>
        <dsp:cNvSpPr/>
      </dsp:nvSpPr>
      <dsp:spPr>
        <a:xfrm>
          <a:off x="0" y="3576472"/>
          <a:ext cx="7159752" cy="9525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DB9F6C9-9C5B-47AB-A9E9-CA94ECA43585}">
      <dsp:nvSpPr>
        <dsp:cNvPr id="0" name=""/>
        <dsp:cNvSpPr/>
      </dsp:nvSpPr>
      <dsp:spPr>
        <a:xfrm>
          <a:off x="288141" y="3790792"/>
          <a:ext cx="523893" cy="52389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50AECF-F2BE-4416-8B0E-C87B6DDD9955}">
      <dsp:nvSpPr>
        <dsp:cNvPr id="0" name=""/>
        <dsp:cNvSpPr/>
      </dsp:nvSpPr>
      <dsp:spPr>
        <a:xfrm>
          <a:off x="1100176" y="3576472"/>
          <a:ext cx="6059575" cy="9525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0810" tIns="100810" rIns="100810" bIns="100810" numCol="1" spcCol="1270" anchor="ctr" anchorCtr="0">
          <a:noAutofit/>
        </a:bodyPr>
        <a:lstStyle/>
        <a:p>
          <a:pPr marL="0" lvl="0" indent="0" algn="l" defTabSz="666750">
            <a:lnSpc>
              <a:spcPct val="90000"/>
            </a:lnSpc>
            <a:spcBef>
              <a:spcPct val="0"/>
            </a:spcBef>
            <a:spcAft>
              <a:spcPct val="35000"/>
            </a:spcAft>
            <a:buNone/>
          </a:pPr>
          <a:r>
            <a:rPr lang="en-US" sz="1500" kern="1200" dirty="0"/>
            <a:t>Project Cost: </a:t>
          </a:r>
        </a:p>
        <a:p>
          <a:pPr marL="0" lvl="0" indent="0" algn="l" defTabSz="666750">
            <a:lnSpc>
              <a:spcPct val="90000"/>
            </a:lnSpc>
            <a:spcBef>
              <a:spcPct val="0"/>
            </a:spcBef>
            <a:spcAft>
              <a:spcPct val="35000"/>
            </a:spcAft>
            <a:buNone/>
          </a:pPr>
          <a:r>
            <a:rPr lang="en-US" sz="1500" kern="1200" dirty="0"/>
            <a:t>Estimated Total Budget $221,000-$520,000.</a:t>
          </a:r>
        </a:p>
      </dsp:txBody>
      <dsp:txXfrm>
        <a:off x="1100176" y="3576472"/>
        <a:ext cx="6059575" cy="952533"/>
      </dsp:txXfrm>
    </dsp:sp>
    <dsp:sp modelId="{36F479B0-0D9A-45B0-A619-6503639ED3C7}">
      <dsp:nvSpPr>
        <dsp:cNvPr id="0" name=""/>
        <dsp:cNvSpPr/>
      </dsp:nvSpPr>
      <dsp:spPr>
        <a:xfrm>
          <a:off x="0" y="4767138"/>
          <a:ext cx="7159752" cy="9525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38D235-7861-4698-9FC3-4B445F4C6A2C}">
      <dsp:nvSpPr>
        <dsp:cNvPr id="0" name=""/>
        <dsp:cNvSpPr/>
      </dsp:nvSpPr>
      <dsp:spPr>
        <a:xfrm>
          <a:off x="288141" y="4981458"/>
          <a:ext cx="523893" cy="523893"/>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C56CC2C-AD30-4F29-AE4E-DE015755DE72}">
      <dsp:nvSpPr>
        <dsp:cNvPr id="0" name=""/>
        <dsp:cNvSpPr/>
      </dsp:nvSpPr>
      <dsp:spPr>
        <a:xfrm>
          <a:off x="1100176" y="4767138"/>
          <a:ext cx="6059575" cy="9525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0810" tIns="100810" rIns="100810" bIns="100810" numCol="1" spcCol="1270" anchor="ctr" anchorCtr="0">
          <a:noAutofit/>
        </a:bodyPr>
        <a:lstStyle/>
        <a:p>
          <a:pPr marL="0" lvl="0" indent="0" algn="l" defTabSz="666750">
            <a:lnSpc>
              <a:spcPct val="90000"/>
            </a:lnSpc>
            <a:spcBef>
              <a:spcPct val="0"/>
            </a:spcBef>
            <a:spcAft>
              <a:spcPct val="35000"/>
            </a:spcAft>
            <a:buNone/>
          </a:pPr>
          <a:r>
            <a:rPr lang="en-US" sz="1500" kern="1200" dirty="0"/>
            <a:t>ROI:</a:t>
          </a:r>
        </a:p>
        <a:p>
          <a:pPr marL="0" lvl="0" indent="0" algn="l" defTabSz="666750">
            <a:lnSpc>
              <a:spcPct val="90000"/>
            </a:lnSpc>
            <a:spcBef>
              <a:spcPct val="0"/>
            </a:spcBef>
            <a:spcAft>
              <a:spcPct val="35000"/>
            </a:spcAft>
            <a:buNone/>
          </a:pPr>
          <a:r>
            <a:rPr lang="en-US" sz="1500" kern="1200" dirty="0"/>
            <a:t>Projected profit in the first three years is $300M per year.</a:t>
          </a:r>
        </a:p>
      </dsp:txBody>
      <dsp:txXfrm>
        <a:off x="1100176" y="4767138"/>
        <a:ext cx="6059575" cy="95253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626322-4886-46F8-92A0-5F727C885FE3}">
      <dsp:nvSpPr>
        <dsp:cNvPr id="0" name=""/>
        <dsp:cNvSpPr/>
      </dsp:nvSpPr>
      <dsp:spPr>
        <a:xfrm>
          <a:off x="1329" y="676288"/>
          <a:ext cx="4666163" cy="2963013"/>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E80C1A0-E591-4C3B-92A7-B34D39610A3F}">
      <dsp:nvSpPr>
        <dsp:cNvPr id="0" name=""/>
        <dsp:cNvSpPr/>
      </dsp:nvSpPr>
      <dsp:spPr>
        <a:xfrm>
          <a:off x="519792" y="1168827"/>
          <a:ext cx="4666163" cy="2963013"/>
        </a:xfrm>
        <a:prstGeom prst="roundRect">
          <a:avLst>
            <a:gd name="adj" fmla="val 10000"/>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100000"/>
            </a:lnSpc>
            <a:spcBef>
              <a:spcPct val="0"/>
            </a:spcBef>
            <a:spcAft>
              <a:spcPct val="35000"/>
            </a:spcAft>
            <a:buNone/>
          </a:pPr>
          <a:r>
            <a:rPr lang="en-US" sz="3200" kern="1200" dirty="0"/>
            <a:t>Shoppers struggle to browse the large fashion catalog, making it difficult to decide what to buy. </a:t>
          </a:r>
        </a:p>
      </dsp:txBody>
      <dsp:txXfrm>
        <a:off x="606576" y="1255611"/>
        <a:ext cx="4492595" cy="2789445"/>
      </dsp:txXfrm>
    </dsp:sp>
    <dsp:sp modelId="{A800ADFB-5526-486F-9B73-47A1294E23DD}">
      <dsp:nvSpPr>
        <dsp:cNvPr id="0" name=""/>
        <dsp:cNvSpPr/>
      </dsp:nvSpPr>
      <dsp:spPr>
        <a:xfrm>
          <a:off x="5704418" y="676288"/>
          <a:ext cx="4666163" cy="2963013"/>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6A78B1D-2811-4DB8-8FAF-6B147BC75130}">
      <dsp:nvSpPr>
        <dsp:cNvPr id="0" name=""/>
        <dsp:cNvSpPr/>
      </dsp:nvSpPr>
      <dsp:spPr>
        <a:xfrm>
          <a:off x="6222880" y="1168827"/>
          <a:ext cx="4666163" cy="2963013"/>
        </a:xfrm>
        <a:prstGeom prst="roundRect">
          <a:avLst>
            <a:gd name="adj" fmla="val 10000"/>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100000"/>
            </a:lnSpc>
            <a:spcBef>
              <a:spcPct val="0"/>
            </a:spcBef>
            <a:spcAft>
              <a:spcPct val="35000"/>
            </a:spcAft>
            <a:buNone/>
          </a:pPr>
          <a:r>
            <a:rPr lang="en-US" sz="3200" kern="1200"/>
            <a:t>Poor customer experience and reduced customer satisfaction ultimately results in lower sales.</a:t>
          </a:r>
        </a:p>
      </dsp:txBody>
      <dsp:txXfrm>
        <a:off x="6309664" y="1255611"/>
        <a:ext cx="4492595" cy="278944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299AB3-8A59-4880-8C3C-0B0A968C6A33}">
      <dsp:nvSpPr>
        <dsp:cNvPr id="0" name=""/>
        <dsp:cNvSpPr/>
      </dsp:nvSpPr>
      <dsp:spPr>
        <a:xfrm>
          <a:off x="5159094" y="2573"/>
          <a:ext cx="1050748" cy="1050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100000"/>
            </a:lnSpc>
            <a:spcBef>
              <a:spcPct val="0"/>
            </a:spcBef>
            <a:spcAft>
              <a:spcPct val="35000"/>
            </a:spcAft>
            <a:buNone/>
          </a:pPr>
          <a:r>
            <a:rPr lang="en-US" sz="1100" kern="1200" dirty="0"/>
            <a:t>Research Problem</a:t>
          </a:r>
        </a:p>
      </dsp:txBody>
      <dsp:txXfrm>
        <a:off x="5159094" y="2573"/>
        <a:ext cx="1050748" cy="1050748"/>
      </dsp:txXfrm>
    </dsp:sp>
    <dsp:sp modelId="{296E26FA-4407-47B0-AB7C-ECFE3C33AB96}">
      <dsp:nvSpPr>
        <dsp:cNvPr id="0" name=""/>
        <dsp:cNvSpPr/>
      </dsp:nvSpPr>
      <dsp:spPr>
        <a:xfrm>
          <a:off x="1716892" y="99771"/>
          <a:ext cx="5861820" cy="5861820"/>
        </a:xfrm>
        <a:prstGeom prst="circularArrow">
          <a:avLst>
            <a:gd name="adj1" fmla="val 3495"/>
            <a:gd name="adj2" fmla="val 216720"/>
            <a:gd name="adj3" fmla="val 19270472"/>
            <a:gd name="adj4" fmla="val 18312808"/>
            <a:gd name="adj5" fmla="val 4078"/>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3B6F94-A9D3-4C5A-8237-51578CF20ACC}">
      <dsp:nvSpPr>
        <dsp:cNvPr id="0" name=""/>
        <dsp:cNvSpPr/>
      </dsp:nvSpPr>
      <dsp:spPr>
        <a:xfrm>
          <a:off x="6625162" y="1468640"/>
          <a:ext cx="1050748" cy="1050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kern="1200" dirty="0"/>
            <a:t>Secure Leadership Approval</a:t>
          </a:r>
        </a:p>
      </dsp:txBody>
      <dsp:txXfrm>
        <a:off x="6625162" y="1468640"/>
        <a:ext cx="1050748" cy="1050748"/>
      </dsp:txXfrm>
    </dsp:sp>
    <dsp:sp modelId="{95823CCF-5C73-444D-A269-8402DA6DF20B}">
      <dsp:nvSpPr>
        <dsp:cNvPr id="0" name=""/>
        <dsp:cNvSpPr/>
      </dsp:nvSpPr>
      <dsp:spPr>
        <a:xfrm>
          <a:off x="1716892" y="99771"/>
          <a:ext cx="5861820" cy="5861820"/>
        </a:xfrm>
        <a:prstGeom prst="circularArrow">
          <a:avLst>
            <a:gd name="adj1" fmla="val 3495"/>
            <a:gd name="adj2" fmla="val 216720"/>
            <a:gd name="adj3" fmla="val 436045"/>
            <a:gd name="adj4" fmla="val 20947235"/>
            <a:gd name="adj5" fmla="val 4078"/>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24607D6-E503-40D8-A1F4-CD23C5DB72A0}">
      <dsp:nvSpPr>
        <dsp:cNvPr id="0" name=""/>
        <dsp:cNvSpPr/>
      </dsp:nvSpPr>
      <dsp:spPr>
        <a:xfrm>
          <a:off x="6625162" y="3541973"/>
          <a:ext cx="1050748" cy="1050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kern="1200" dirty="0"/>
            <a:t>Train/test Model</a:t>
          </a:r>
        </a:p>
      </dsp:txBody>
      <dsp:txXfrm>
        <a:off x="6625162" y="3541973"/>
        <a:ext cx="1050748" cy="1050748"/>
      </dsp:txXfrm>
    </dsp:sp>
    <dsp:sp modelId="{AC6C29FF-5088-40C8-AC57-143402CB8866}">
      <dsp:nvSpPr>
        <dsp:cNvPr id="0" name=""/>
        <dsp:cNvSpPr/>
      </dsp:nvSpPr>
      <dsp:spPr>
        <a:xfrm>
          <a:off x="1716892" y="99771"/>
          <a:ext cx="5861820" cy="5861820"/>
        </a:xfrm>
        <a:prstGeom prst="circularArrow">
          <a:avLst>
            <a:gd name="adj1" fmla="val 3495"/>
            <a:gd name="adj2" fmla="val 216720"/>
            <a:gd name="adj3" fmla="val 3070472"/>
            <a:gd name="adj4" fmla="val 2112808"/>
            <a:gd name="adj5" fmla="val 4078"/>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6053E87-1AC6-4757-94DE-D9C75B4FF86F}">
      <dsp:nvSpPr>
        <dsp:cNvPr id="0" name=""/>
        <dsp:cNvSpPr/>
      </dsp:nvSpPr>
      <dsp:spPr>
        <a:xfrm>
          <a:off x="5159094" y="5008041"/>
          <a:ext cx="1050748" cy="1050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kern="1200" dirty="0"/>
            <a:t>Create Mobile App</a:t>
          </a:r>
        </a:p>
      </dsp:txBody>
      <dsp:txXfrm>
        <a:off x="5159094" y="5008041"/>
        <a:ext cx="1050748" cy="1050748"/>
      </dsp:txXfrm>
    </dsp:sp>
    <dsp:sp modelId="{D0C016BF-4084-4962-9793-C27021E231F6}">
      <dsp:nvSpPr>
        <dsp:cNvPr id="0" name=""/>
        <dsp:cNvSpPr/>
      </dsp:nvSpPr>
      <dsp:spPr>
        <a:xfrm>
          <a:off x="1716892" y="99771"/>
          <a:ext cx="5861820" cy="5861820"/>
        </a:xfrm>
        <a:prstGeom prst="circularArrow">
          <a:avLst>
            <a:gd name="adj1" fmla="val 3495"/>
            <a:gd name="adj2" fmla="val 216720"/>
            <a:gd name="adj3" fmla="val 5836045"/>
            <a:gd name="adj4" fmla="val 4747235"/>
            <a:gd name="adj5" fmla="val 4078"/>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1DE94AA-2221-4DCC-B5FC-79D9E958B3F3}">
      <dsp:nvSpPr>
        <dsp:cNvPr id="0" name=""/>
        <dsp:cNvSpPr/>
      </dsp:nvSpPr>
      <dsp:spPr>
        <a:xfrm>
          <a:off x="3085761" y="5008041"/>
          <a:ext cx="1050748" cy="1050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100000"/>
            </a:lnSpc>
            <a:spcBef>
              <a:spcPct val="0"/>
            </a:spcBef>
            <a:spcAft>
              <a:spcPct val="35000"/>
            </a:spcAft>
            <a:buNone/>
          </a:pPr>
          <a:r>
            <a:rPr lang="en-US" sz="1100" kern="1200" dirty="0"/>
            <a:t>MVP Demo &amp; Feedback</a:t>
          </a:r>
        </a:p>
      </dsp:txBody>
      <dsp:txXfrm>
        <a:off x="3085761" y="5008041"/>
        <a:ext cx="1050748" cy="1050748"/>
      </dsp:txXfrm>
    </dsp:sp>
    <dsp:sp modelId="{BEC7C6A9-F9AB-43A4-83C3-1FD16245C6F6}">
      <dsp:nvSpPr>
        <dsp:cNvPr id="0" name=""/>
        <dsp:cNvSpPr/>
      </dsp:nvSpPr>
      <dsp:spPr>
        <a:xfrm>
          <a:off x="1716892" y="99771"/>
          <a:ext cx="5861820" cy="5861820"/>
        </a:xfrm>
        <a:prstGeom prst="circularArrow">
          <a:avLst>
            <a:gd name="adj1" fmla="val 3495"/>
            <a:gd name="adj2" fmla="val 216720"/>
            <a:gd name="adj3" fmla="val 8470472"/>
            <a:gd name="adj4" fmla="val 7512808"/>
            <a:gd name="adj5" fmla="val 4078"/>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9919701-21FE-4641-975C-F7766B03CAE5}">
      <dsp:nvSpPr>
        <dsp:cNvPr id="0" name=""/>
        <dsp:cNvSpPr/>
      </dsp:nvSpPr>
      <dsp:spPr>
        <a:xfrm>
          <a:off x="1619694" y="3541973"/>
          <a:ext cx="1050748" cy="1050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kern="1200" dirty="0"/>
            <a:t>Final Demo</a:t>
          </a:r>
        </a:p>
      </dsp:txBody>
      <dsp:txXfrm>
        <a:off x="1619694" y="3541973"/>
        <a:ext cx="1050748" cy="1050748"/>
      </dsp:txXfrm>
    </dsp:sp>
    <dsp:sp modelId="{1C90B158-75A0-4CA7-8345-8EB498A32459}">
      <dsp:nvSpPr>
        <dsp:cNvPr id="0" name=""/>
        <dsp:cNvSpPr/>
      </dsp:nvSpPr>
      <dsp:spPr>
        <a:xfrm>
          <a:off x="1716892" y="99771"/>
          <a:ext cx="5861820" cy="5861820"/>
        </a:xfrm>
        <a:prstGeom prst="circularArrow">
          <a:avLst>
            <a:gd name="adj1" fmla="val 3495"/>
            <a:gd name="adj2" fmla="val 216720"/>
            <a:gd name="adj3" fmla="val 11236045"/>
            <a:gd name="adj4" fmla="val 10147235"/>
            <a:gd name="adj5" fmla="val 4078"/>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D84D491-7285-4AC0-8953-6B6354BBA429}">
      <dsp:nvSpPr>
        <dsp:cNvPr id="0" name=""/>
        <dsp:cNvSpPr/>
      </dsp:nvSpPr>
      <dsp:spPr>
        <a:xfrm>
          <a:off x="1619694" y="1468640"/>
          <a:ext cx="1050748" cy="1050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100000"/>
            </a:lnSpc>
            <a:spcBef>
              <a:spcPct val="0"/>
            </a:spcBef>
            <a:spcAft>
              <a:spcPct val="35000"/>
            </a:spcAft>
            <a:buNone/>
          </a:pPr>
          <a:r>
            <a:rPr lang="en-US" sz="1100" kern="1200" dirty="0"/>
            <a:t>Deploy/Launch App</a:t>
          </a:r>
        </a:p>
      </dsp:txBody>
      <dsp:txXfrm>
        <a:off x="1619694" y="1468640"/>
        <a:ext cx="1050748" cy="1050748"/>
      </dsp:txXfrm>
    </dsp:sp>
    <dsp:sp modelId="{21ED8468-540F-4AC8-BD73-C9EDE9F0607A}">
      <dsp:nvSpPr>
        <dsp:cNvPr id="0" name=""/>
        <dsp:cNvSpPr/>
      </dsp:nvSpPr>
      <dsp:spPr>
        <a:xfrm>
          <a:off x="1716892" y="99771"/>
          <a:ext cx="5861820" cy="5861820"/>
        </a:xfrm>
        <a:prstGeom prst="circularArrow">
          <a:avLst>
            <a:gd name="adj1" fmla="val 3495"/>
            <a:gd name="adj2" fmla="val 216720"/>
            <a:gd name="adj3" fmla="val 13870472"/>
            <a:gd name="adj4" fmla="val 12912808"/>
            <a:gd name="adj5" fmla="val 4078"/>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F3E6ADB-FA2A-46ED-B852-79225F4FA290}">
      <dsp:nvSpPr>
        <dsp:cNvPr id="0" name=""/>
        <dsp:cNvSpPr/>
      </dsp:nvSpPr>
      <dsp:spPr>
        <a:xfrm>
          <a:off x="3085761" y="2573"/>
          <a:ext cx="1050748" cy="10507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100000"/>
            </a:lnSpc>
            <a:spcBef>
              <a:spcPct val="0"/>
            </a:spcBef>
            <a:spcAft>
              <a:spcPct val="35000"/>
            </a:spcAft>
            <a:buNone/>
          </a:pPr>
          <a:r>
            <a:rPr lang="en-US" sz="1100" kern="1200" dirty="0"/>
            <a:t>Monitor App</a:t>
          </a:r>
        </a:p>
      </dsp:txBody>
      <dsp:txXfrm>
        <a:off x="3085761" y="2573"/>
        <a:ext cx="1050748" cy="1050748"/>
      </dsp:txXfrm>
    </dsp:sp>
    <dsp:sp modelId="{6658A1B2-E6C7-42AD-B332-EBEAC0652D75}">
      <dsp:nvSpPr>
        <dsp:cNvPr id="0" name=""/>
        <dsp:cNvSpPr/>
      </dsp:nvSpPr>
      <dsp:spPr>
        <a:xfrm>
          <a:off x="1716892" y="99771"/>
          <a:ext cx="5861820" cy="5861820"/>
        </a:xfrm>
        <a:prstGeom prst="circularArrow">
          <a:avLst>
            <a:gd name="adj1" fmla="val 3495"/>
            <a:gd name="adj2" fmla="val 216720"/>
            <a:gd name="adj3" fmla="val 16636045"/>
            <a:gd name="adj4" fmla="val 15547235"/>
            <a:gd name="adj5" fmla="val 4078"/>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74407C4-89B4-44A4-BF11-DE7538D379A5}">
      <dsp:nvSpPr>
        <dsp:cNvPr id="0" name=""/>
        <dsp:cNvSpPr/>
      </dsp:nvSpPr>
      <dsp:spPr>
        <a:xfrm>
          <a:off x="0" y="0"/>
          <a:ext cx="3403241" cy="3508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User Empowerment</a:t>
          </a:r>
        </a:p>
      </dsp:txBody>
      <dsp:txXfrm>
        <a:off x="0" y="0"/>
        <a:ext cx="3403241" cy="350828"/>
      </dsp:txXfrm>
    </dsp:sp>
    <dsp:sp modelId="{9CDA3599-E0DF-4983-A7CA-EA59D885157F}">
      <dsp:nvSpPr>
        <dsp:cNvPr id="0" name=""/>
        <dsp:cNvSpPr/>
      </dsp:nvSpPr>
      <dsp:spPr>
        <a:xfrm>
          <a:off x="0" y="350828"/>
          <a:ext cx="3403241" cy="242390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pPr>
          <a:r>
            <a:rPr lang="en-US" sz="1800" kern="1200" dirty="0"/>
            <a:t>A well-designed app makes shopping easy and enjoyable, increasing user empowerment and satisfaction.</a:t>
          </a:r>
        </a:p>
      </dsp:txBody>
      <dsp:txXfrm>
        <a:off x="0" y="350828"/>
        <a:ext cx="3403241" cy="2423904"/>
      </dsp:txXfrm>
    </dsp:sp>
    <dsp:sp modelId="{77B36B6D-26D6-4855-8FDE-2D45A1D7241E}">
      <dsp:nvSpPr>
        <dsp:cNvPr id="0" name=""/>
        <dsp:cNvSpPr/>
      </dsp:nvSpPr>
      <dsp:spPr>
        <a:xfrm>
          <a:off x="3743566" y="0"/>
          <a:ext cx="3403241" cy="3508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Enhanced Customer Loyalty</a:t>
          </a:r>
        </a:p>
      </dsp:txBody>
      <dsp:txXfrm>
        <a:off x="3743566" y="0"/>
        <a:ext cx="3403241" cy="350828"/>
      </dsp:txXfrm>
    </dsp:sp>
    <dsp:sp modelId="{90D06E32-9421-4453-8269-1BEB2881F8F0}">
      <dsp:nvSpPr>
        <dsp:cNvPr id="0" name=""/>
        <dsp:cNvSpPr/>
      </dsp:nvSpPr>
      <dsp:spPr>
        <a:xfrm>
          <a:off x="3743566" y="350828"/>
          <a:ext cx="3403241" cy="242390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pPr>
          <a:r>
            <a:rPr lang="en-US" sz="1800" kern="1200" dirty="0"/>
            <a:t>Effortless shopping experiences boost customer loyalty and repeat business for fashion-insta.</a:t>
          </a:r>
        </a:p>
      </dsp:txBody>
      <dsp:txXfrm>
        <a:off x="3743566" y="350828"/>
        <a:ext cx="3403241" cy="2423904"/>
      </dsp:txXfrm>
    </dsp:sp>
    <dsp:sp modelId="{5D8576D0-632B-4AA0-B361-AF10CAC95C5B}">
      <dsp:nvSpPr>
        <dsp:cNvPr id="0" name=""/>
        <dsp:cNvSpPr/>
      </dsp:nvSpPr>
      <dsp:spPr>
        <a:xfrm>
          <a:off x="7487132" y="0"/>
          <a:ext cx="3403241" cy="3508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Competitive Market Success</a:t>
          </a:r>
        </a:p>
      </dsp:txBody>
      <dsp:txXfrm>
        <a:off x="7487132" y="0"/>
        <a:ext cx="3403241" cy="350828"/>
      </dsp:txXfrm>
    </dsp:sp>
    <dsp:sp modelId="{D6D69A55-B94F-498E-93DF-ED10CBA9C2A2}">
      <dsp:nvSpPr>
        <dsp:cNvPr id="0" name=""/>
        <dsp:cNvSpPr/>
      </dsp:nvSpPr>
      <dsp:spPr>
        <a:xfrm>
          <a:off x="7487132" y="350828"/>
          <a:ext cx="3403241" cy="242390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pPr>
          <a:r>
            <a:rPr lang="en-US" sz="1800" kern="1200" dirty="0"/>
            <a:t>Focusing on user-friendly features allows fashion-insta to thrive in a competitive marketplace.</a:t>
          </a:r>
        </a:p>
      </dsp:txBody>
      <dsp:txXfrm>
        <a:off x="7487132" y="350828"/>
        <a:ext cx="3403241" cy="2423904"/>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4.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A9222C-D0E8-4C9E-962C-98B833B2A5E7}" type="datetimeFigureOut">
              <a:rPr lang="en-US" smtClean="0"/>
              <a:t>1/15/2026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345F65-F27E-456C-94A2-24CAE447AEB0}" type="slidenum">
              <a:rPr lang="en-US" smtClean="0"/>
              <a:t>‹#›</a:t>
            </a:fld>
            <a:endParaRPr lang="en-US"/>
          </a:p>
        </p:txBody>
      </p:sp>
    </p:spTree>
    <p:extLst>
      <p:ext uri="{BB962C8B-B14F-4D97-AF65-F5344CB8AC3E}">
        <p14:creationId xmlns:p14="http://schemas.microsoft.com/office/powerpoint/2010/main" val="1401696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BC9894C-B292-414B-A65F-15D78D2C0E43}" type="slidenum">
              <a:rPr lang="en-US" smtClean="0"/>
              <a:t>1</a:t>
            </a:fld>
            <a:endParaRPr lang="en-US"/>
          </a:p>
        </p:txBody>
      </p:sp>
    </p:spTree>
    <p:extLst>
      <p:ext uri="{BB962C8B-B14F-4D97-AF65-F5344CB8AC3E}">
        <p14:creationId xmlns:p14="http://schemas.microsoft.com/office/powerpoint/2010/main" val="2781857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10000"/>
              </a:lnSpc>
            </a:pPr>
            <a:r>
              <a:rPr lang="en-US" sz="1200" dirty="0"/>
              <a:t>Development Costs</a:t>
            </a:r>
          </a:p>
          <a:p>
            <a:pPr lvl="1">
              <a:lnSpc>
                <a:spcPct val="110000"/>
              </a:lnSpc>
            </a:pPr>
            <a:r>
              <a:rPr lang="en-US" sz="1200" dirty="0"/>
              <a:t>Mobile App development, Backend infrastructure &amp; APIs, Database design &amp; integration</a:t>
            </a:r>
          </a:p>
          <a:p>
            <a:pPr>
              <a:lnSpc>
                <a:spcPct val="110000"/>
              </a:lnSpc>
            </a:pPr>
            <a:r>
              <a:rPr lang="en-US" sz="1200" dirty="0"/>
              <a:t>Data and AI/ML Costs</a:t>
            </a:r>
          </a:p>
          <a:p>
            <a:pPr lvl="1">
              <a:lnSpc>
                <a:spcPct val="110000"/>
              </a:lnSpc>
            </a:pPr>
            <a:r>
              <a:rPr lang="en-US" sz="1200" dirty="0"/>
              <a:t>Data Analytics setup, ML model development</a:t>
            </a:r>
          </a:p>
          <a:p>
            <a:pPr lvl="1">
              <a:lnSpc>
                <a:spcPct val="110000"/>
              </a:lnSpc>
            </a:pPr>
            <a:r>
              <a:rPr lang="en-US" sz="1200" dirty="0"/>
              <a:t>UX/UI Design</a:t>
            </a:r>
          </a:p>
          <a:p>
            <a:pPr lvl="1">
              <a:lnSpc>
                <a:spcPct val="110000"/>
              </a:lnSpc>
            </a:pPr>
            <a:r>
              <a:rPr lang="en-US" sz="1200" dirty="0"/>
              <a:t>Accessibility &amp; responsive design</a:t>
            </a:r>
          </a:p>
          <a:p>
            <a:pPr>
              <a:lnSpc>
                <a:spcPct val="110000"/>
              </a:lnSpc>
            </a:pPr>
            <a:r>
              <a:rPr lang="en-US" sz="1200" dirty="0"/>
              <a:t>Cloud Hosting and Software </a:t>
            </a:r>
          </a:p>
          <a:p>
            <a:pPr lvl="1">
              <a:lnSpc>
                <a:spcPct val="110000"/>
              </a:lnSpc>
            </a:pPr>
            <a:r>
              <a:rPr lang="en-US" sz="1200" dirty="0"/>
              <a:t>Cloud hosting &amp; scalability, Security, authentication, and compliance</a:t>
            </a:r>
          </a:p>
          <a:p>
            <a:pPr>
              <a:lnSpc>
                <a:spcPct val="110000"/>
              </a:lnSpc>
            </a:pPr>
            <a:r>
              <a:rPr lang="en-US" sz="1200" dirty="0"/>
              <a:t>Testing and Deployment</a:t>
            </a:r>
          </a:p>
          <a:p>
            <a:pPr lvl="1">
              <a:lnSpc>
                <a:spcPct val="110000"/>
              </a:lnSpc>
            </a:pPr>
            <a:r>
              <a:rPr lang="en-US" sz="1200" dirty="0"/>
              <a:t>QA testing &amp; bug fixing, Continuous integration &amp; deployment</a:t>
            </a:r>
          </a:p>
          <a:p>
            <a:pPr>
              <a:lnSpc>
                <a:spcPct val="110000"/>
              </a:lnSpc>
            </a:pPr>
            <a:r>
              <a:rPr lang="en-US" sz="1200" dirty="0"/>
              <a:t>Human Resources</a:t>
            </a:r>
          </a:p>
          <a:p>
            <a:pPr lvl="1">
              <a:lnSpc>
                <a:spcPct val="110000"/>
              </a:lnSpc>
            </a:pPr>
            <a:r>
              <a:rPr lang="en-US" sz="1200" dirty="0"/>
              <a:t>Salaries for engineers, data scientists, product managers, UX designers</a:t>
            </a:r>
          </a:p>
          <a:p>
            <a:pPr>
              <a:lnSpc>
                <a:spcPct val="110000"/>
              </a:lnSpc>
            </a:pPr>
            <a:r>
              <a:rPr lang="en-US" sz="1200" dirty="0"/>
              <a:t>Miscellaneous</a:t>
            </a:r>
          </a:p>
          <a:p>
            <a:pPr lvl="1">
              <a:lnSpc>
                <a:spcPct val="110000"/>
              </a:lnSpc>
            </a:pPr>
            <a:r>
              <a:rPr lang="en-US" sz="1200" dirty="0"/>
              <a:t>Legal &amp; Ethical compliance</a:t>
            </a:r>
          </a:p>
          <a:p>
            <a:pPr lvl="1">
              <a:lnSpc>
                <a:spcPct val="110000"/>
              </a:lnSpc>
            </a:pPr>
            <a:r>
              <a:rPr lang="en-US" sz="1200" dirty="0"/>
              <a:t>Marketing &amp; launch</a:t>
            </a:r>
          </a:p>
          <a:p>
            <a:pPr marL="0" indent="0">
              <a:lnSpc>
                <a:spcPct val="110000"/>
              </a:lnSpc>
              <a:buNone/>
            </a:pPr>
            <a:r>
              <a:rPr lang="en-US" sz="1200" dirty="0"/>
              <a:t>Estimated Total Budget $221,000-$520,000</a:t>
            </a:r>
          </a:p>
          <a:p>
            <a:endParaRPr lang="en-US" dirty="0"/>
          </a:p>
        </p:txBody>
      </p:sp>
      <p:sp>
        <p:nvSpPr>
          <p:cNvPr id="4" name="Slide Number Placeholder 3"/>
          <p:cNvSpPr>
            <a:spLocks noGrp="1"/>
          </p:cNvSpPr>
          <p:nvPr>
            <p:ph type="sldNum" sz="quarter" idx="5"/>
          </p:nvPr>
        </p:nvSpPr>
        <p:spPr/>
        <p:txBody>
          <a:bodyPr/>
          <a:lstStyle/>
          <a:p>
            <a:fld id="{43345F65-F27E-456C-94A2-24CAE447AEB0}" type="slidenum">
              <a:rPr lang="en-US" smtClean="0"/>
              <a:t>9</a:t>
            </a:fld>
            <a:endParaRPr lang="en-US"/>
          </a:p>
        </p:txBody>
      </p:sp>
    </p:spTree>
    <p:extLst>
      <p:ext uri="{BB962C8B-B14F-4D97-AF65-F5344CB8AC3E}">
        <p14:creationId xmlns:p14="http://schemas.microsoft.com/office/powerpoint/2010/main" val="6645766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BC9894C-B292-414B-A65F-15D78D2C0E43}" type="slidenum">
              <a:rPr lang="en-US" smtClean="0"/>
              <a:t>18</a:t>
            </a:fld>
            <a:endParaRPr lang="en-US"/>
          </a:p>
        </p:txBody>
      </p:sp>
    </p:spTree>
    <p:extLst>
      <p:ext uri="{BB962C8B-B14F-4D97-AF65-F5344CB8AC3E}">
        <p14:creationId xmlns:p14="http://schemas.microsoft.com/office/powerpoint/2010/main" val="36046028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BC9894C-B292-414B-A65F-15D78D2C0E43}" type="slidenum">
              <a:rPr lang="en-US" smtClean="0"/>
              <a:t>23</a:t>
            </a:fld>
            <a:endParaRPr lang="en-US"/>
          </a:p>
        </p:txBody>
      </p:sp>
    </p:spTree>
    <p:extLst>
      <p:ext uri="{BB962C8B-B14F-4D97-AF65-F5344CB8AC3E}">
        <p14:creationId xmlns:p14="http://schemas.microsoft.com/office/powerpoint/2010/main" val="35640227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31172" y="3425399"/>
            <a:ext cx="7685140" cy="2621154"/>
          </a:xfrm>
        </p:spPr>
        <p:txBody>
          <a:bodyPr anchor="b">
            <a:noAutofit/>
          </a:bodyPr>
          <a:lstStyle>
            <a:lvl1pPr algn="l">
              <a:defRPr sz="7200">
                <a:solidFill>
                  <a:schemeClr val="bg2"/>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31172" y="415057"/>
            <a:ext cx="7685139" cy="1414091"/>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B04EF954-66B1-4168-AF40-97F3DAF43FC4}" type="datetime1">
              <a:rPr lang="en-US" smtClean="0"/>
              <a:t>1/15/2026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84C450F2-3BB4-4AE4-8A35-A9D7AEA4C850}" type="slidenum">
              <a:rPr lang="en-US" smtClean="0"/>
              <a:pPr/>
              <a:t>‹#›</a:t>
            </a:fld>
            <a:endParaRPr lang="en-US" dirty="0"/>
          </a:p>
        </p:txBody>
      </p:sp>
    </p:spTree>
    <p:extLst>
      <p:ext uri="{BB962C8B-B14F-4D97-AF65-F5344CB8AC3E}">
        <p14:creationId xmlns:p14="http://schemas.microsoft.com/office/powerpoint/2010/main" val="955217395"/>
      </p:ext>
    </p:extLst>
  </p:cSld>
  <p:clrMapOvr>
    <a:masterClrMapping/>
  </p:clrMapOvr>
  <p:extLst>
    <p:ext uri="{DCECCB84-F9BA-43D5-87BE-67443E8EF086}">
      <p15:sldGuideLst xmlns:p15="http://schemas.microsoft.com/office/powerpoint/2012/main">
        <p15:guide id="3" orient="horz" pos="2160">
          <p15:clr>
            <a:srgbClr val="FBAE40"/>
          </p15:clr>
        </p15:guide>
        <p15:guide id="4"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31172" y="553616"/>
            <a:ext cx="7914087" cy="4008859"/>
          </a:xfrm>
        </p:spPr>
        <p:txBody>
          <a:bodyPr anchor="t">
            <a:normAutofit/>
          </a:bodyPr>
          <a:lstStyle>
            <a:lvl1pPr>
              <a:defRPr sz="60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31172" y="5088156"/>
            <a:ext cx="7914087" cy="1166648"/>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a:xfrm>
            <a:off x="431172" y="6490524"/>
            <a:ext cx="2841959" cy="336141"/>
          </a:xfrm>
        </p:spPr>
        <p:txBody>
          <a:bodyPr/>
          <a:lstStyle/>
          <a:p>
            <a:fld id="{26233410-150A-4A72-BF63-6D3ACBC30148}" type="datetime1">
              <a:rPr lang="en-US" smtClean="0"/>
              <a:t>1/15/2026</a:t>
            </a:fld>
            <a:endParaRPr lang="en-US" dirty="0"/>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a:xfrm>
            <a:off x="8893370" y="6490524"/>
            <a:ext cx="2662834" cy="336141"/>
          </a:xfrm>
        </p:spPr>
        <p:txBody>
          <a:bodyPr/>
          <a:lstStyle/>
          <a:p>
            <a:r>
              <a:rPr lang="en-US" dirty="0"/>
              <a:t>Sample Footer Text</a:t>
            </a:r>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84C450F2-3BB4-4AE4-8A35-A9D7AEA4C850}" type="slidenum">
              <a:rPr lang="en-US" smtClean="0"/>
              <a:t>‹#›</a:t>
            </a:fld>
            <a:endParaRPr lang="en-US" dirty="0"/>
          </a:p>
        </p:txBody>
      </p:sp>
    </p:spTree>
    <p:extLst>
      <p:ext uri="{BB962C8B-B14F-4D97-AF65-F5344CB8AC3E}">
        <p14:creationId xmlns:p14="http://schemas.microsoft.com/office/powerpoint/2010/main" val="9617182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1_Section Header">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31172" y="553616"/>
            <a:ext cx="7914087" cy="4008859"/>
          </a:xfrm>
        </p:spPr>
        <p:txBody>
          <a:bodyPr anchor="t">
            <a:normAutofit/>
          </a:bodyPr>
          <a:lstStyle>
            <a:lvl1pPr>
              <a:defRPr sz="60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31172" y="5088156"/>
            <a:ext cx="7914087" cy="1166648"/>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a:xfrm>
            <a:off x="431172" y="6490524"/>
            <a:ext cx="2841959" cy="336141"/>
          </a:xfrm>
        </p:spPr>
        <p:txBody>
          <a:bodyPr/>
          <a:lstStyle/>
          <a:p>
            <a:fld id="{91AF1D09-6B76-4716-AD3D-9F53166D3BF5}" type="datetime1">
              <a:rPr lang="en-US" smtClean="0"/>
              <a:t>1/15/2026</a:t>
            </a:fld>
            <a:endParaRPr lang="en-US" dirty="0"/>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a:xfrm>
            <a:off x="8893370" y="6490524"/>
            <a:ext cx="2662834" cy="336141"/>
          </a:xfrm>
        </p:spPr>
        <p:txBody>
          <a:bodyPr/>
          <a:lstStyle/>
          <a:p>
            <a:r>
              <a:rPr lang="en-US" dirty="0"/>
              <a:t>Sample Footer Text</a:t>
            </a:r>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84C450F2-3BB4-4AE4-8A35-A9D7AEA4C850}" type="slidenum">
              <a:rPr lang="en-US" smtClean="0"/>
              <a:t>‹#›</a:t>
            </a:fld>
            <a:endParaRPr lang="en-US" dirty="0"/>
          </a:p>
        </p:txBody>
      </p:sp>
    </p:spTree>
    <p:extLst>
      <p:ext uri="{BB962C8B-B14F-4D97-AF65-F5344CB8AC3E}">
        <p14:creationId xmlns:p14="http://schemas.microsoft.com/office/powerpoint/2010/main" val="26732466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31172" y="293302"/>
            <a:ext cx="11125032" cy="965101"/>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431172" y="1384847"/>
            <a:ext cx="11125032" cy="49051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FE21D4C7-8630-4B98-978C-30388BBD4EE8}" type="datetime1">
              <a:rPr lang="en-US" smtClean="0"/>
              <a:t>1/15/2026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4C450F2-3BB4-4AE4-8A35-A9D7AEA4C850}" type="slidenum">
              <a:rPr lang="en-US" smtClean="0"/>
              <a:t>‹#›</a:t>
            </a:fld>
            <a:endParaRPr lang="en-US" dirty="0"/>
          </a:p>
        </p:txBody>
      </p:sp>
    </p:spTree>
    <p:extLst>
      <p:ext uri="{BB962C8B-B14F-4D97-AF65-F5344CB8AC3E}">
        <p14:creationId xmlns:p14="http://schemas.microsoft.com/office/powerpoint/2010/main" val="39445784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Photo 1">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5276088"/>
            <a:ext cx="11347704" cy="786384"/>
          </a:xfrm>
        </p:spPr>
        <p:txBody>
          <a:bodyPr anchor="b">
            <a:normAutofit/>
          </a:bodyPr>
          <a:lstStyle>
            <a:lvl1pPr algn="l">
              <a:defRPr sz="44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5980176"/>
            <a:ext cx="11347704" cy="530352"/>
          </a:xfrm>
        </p:spPr>
        <p:txBody>
          <a:bodyPr anchor="ctr">
            <a:normAutofit/>
          </a:bodyPr>
          <a:lstStyle>
            <a:lvl1pPr marL="0" indent="0" algn="l">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9" name="Picture Placeholder 8">
            <a:extLst>
              <a:ext uri="{FF2B5EF4-FFF2-40B4-BE49-F238E27FC236}">
                <a16:creationId xmlns:a16="http://schemas.microsoft.com/office/drawing/2014/main" id="{A9E06FED-92D3-C4D6-28D7-600D842F7AC3}"/>
              </a:ext>
            </a:extLst>
          </p:cNvPr>
          <p:cNvSpPr>
            <a:spLocks noGrp="1"/>
          </p:cNvSpPr>
          <p:nvPr>
            <p:ph type="pic" sz="quarter" idx="13"/>
          </p:nvPr>
        </p:nvSpPr>
        <p:spPr>
          <a:xfrm>
            <a:off x="0" y="0"/>
            <a:ext cx="11733150" cy="5135804"/>
          </a:xfrm>
          <a:custGeom>
            <a:avLst/>
            <a:gdLst>
              <a:gd name="connsiteX0" fmla="*/ 0 w 11733150"/>
              <a:gd name="connsiteY0" fmla="*/ 0 h 5135804"/>
              <a:gd name="connsiteX1" fmla="*/ 11733150 w 11733150"/>
              <a:gd name="connsiteY1" fmla="*/ 0 h 5135804"/>
              <a:gd name="connsiteX2" fmla="*/ 11733150 w 11733150"/>
              <a:gd name="connsiteY2" fmla="*/ 4533808 h 5135804"/>
              <a:gd name="connsiteX3" fmla="*/ 11131154 w 11733150"/>
              <a:gd name="connsiteY3" fmla="*/ 5135804 h 5135804"/>
              <a:gd name="connsiteX4" fmla="*/ 0 w 11733150"/>
              <a:gd name="connsiteY4" fmla="*/ 5135804 h 5135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33150" h="5135804">
                <a:moveTo>
                  <a:pt x="0" y="0"/>
                </a:moveTo>
                <a:lnTo>
                  <a:pt x="11733150" y="0"/>
                </a:lnTo>
                <a:lnTo>
                  <a:pt x="11733150" y="4533808"/>
                </a:lnTo>
                <a:cubicBezTo>
                  <a:pt x="11733150" y="4866281"/>
                  <a:pt x="11463627" y="5135804"/>
                  <a:pt x="11131154" y="5135804"/>
                </a:cubicBezTo>
                <a:lnTo>
                  <a:pt x="0" y="5135804"/>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37160" y="6519672"/>
            <a:ext cx="3494314" cy="365125"/>
          </a:xfrm>
        </p:spPr>
        <p:txBody>
          <a:bodyPr/>
          <a:lstStyle>
            <a:lvl1pPr>
              <a:defRPr>
                <a:solidFill>
                  <a:schemeClr val="bg1"/>
                </a:solidFill>
                <a:effectLst/>
              </a:defRPr>
            </a:lvl1pPr>
          </a:lstStyle>
          <a:p>
            <a:fld id="{8C13480A-5F85-4A30-80F2-F92581C6474C}" type="datetime1">
              <a:rPr lang="en-US" smtClean="0"/>
              <a:t>1/15/2026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876521" y="6519672"/>
            <a:ext cx="2805405" cy="365125"/>
          </a:xfrm>
        </p:spPr>
        <p:txBody>
          <a:bodyPr/>
          <a:lstStyle>
            <a:lvl1pPr>
              <a:defRPr>
                <a:solidFill>
                  <a:schemeClr val="bg1"/>
                </a:solidFill>
                <a:effectLst/>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519672"/>
            <a:ext cx="429207" cy="365125"/>
          </a:xfrm>
        </p:spPr>
        <p:txBody>
          <a:bodyPr vert="horz" lIns="91440" tIns="45720" rIns="91440" bIns="45720" rtlCol="0" anchor="ctr"/>
          <a:lstStyle>
            <a:lvl1pPr>
              <a:defRPr lang="en-US" smtClean="0">
                <a:solidFill>
                  <a:schemeClr val="bg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96554501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4590288" cy="3739896"/>
          </a:xfrm>
        </p:spPr>
        <p:txBody>
          <a:bodyPr anchor="t">
            <a:normAutofit/>
          </a:bodyPr>
          <a:lstStyle>
            <a:lvl1pPr algn="l">
              <a:defRPr sz="5200">
                <a:solidFill>
                  <a:schemeClr val="tx2"/>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206240"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5" name="Picture Placeholder 6">
            <a:extLst>
              <a:ext uri="{FF2B5EF4-FFF2-40B4-BE49-F238E27FC236}">
                <a16:creationId xmlns:a16="http://schemas.microsoft.com/office/drawing/2014/main" id="{3D161DAC-42AF-C3D9-37A1-04B90F30DEED}"/>
              </a:ext>
            </a:extLst>
          </p:cNvPr>
          <p:cNvSpPr>
            <a:spLocks noGrp="1"/>
          </p:cNvSpPr>
          <p:nvPr>
            <p:ph type="pic" sz="quarter" idx="13"/>
          </p:nvPr>
        </p:nvSpPr>
        <p:spPr>
          <a:xfrm>
            <a:off x="5586160" y="0"/>
            <a:ext cx="6605841" cy="6399152"/>
          </a:xfrm>
          <a:custGeom>
            <a:avLst/>
            <a:gdLst>
              <a:gd name="connsiteX0" fmla="*/ 0 w 6605841"/>
              <a:gd name="connsiteY0" fmla="*/ 0 h 6399152"/>
              <a:gd name="connsiteX1" fmla="*/ 6605841 w 6605841"/>
              <a:gd name="connsiteY1" fmla="*/ 0 h 6399152"/>
              <a:gd name="connsiteX2" fmla="*/ 6605841 w 6605841"/>
              <a:gd name="connsiteY2" fmla="*/ 6399152 h 6399152"/>
              <a:gd name="connsiteX3" fmla="*/ 601995 w 6605841"/>
              <a:gd name="connsiteY3" fmla="*/ 6399152 h 6399152"/>
              <a:gd name="connsiteX4" fmla="*/ 0 w 6605841"/>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05841" h="6399152">
                <a:moveTo>
                  <a:pt x="0" y="0"/>
                </a:moveTo>
                <a:lnTo>
                  <a:pt x="6605841" y="0"/>
                </a:lnTo>
                <a:lnTo>
                  <a:pt x="6605841" y="6399152"/>
                </a:lnTo>
                <a:lnTo>
                  <a:pt x="601995" y="6399152"/>
                </a:lnTo>
                <a:cubicBezTo>
                  <a:pt x="269522" y="6399152"/>
                  <a:pt x="0" y="6129629"/>
                  <a:pt x="0" y="5797156"/>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B2BF18D3-87BE-4A2D-AD2C-B21E415FD900}" type="datetime1">
              <a:rPr lang="en-US" smtClean="0"/>
              <a:t>1/15/2026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36090301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Photo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5330952" cy="3739896"/>
          </a:xfrm>
        </p:spPr>
        <p:txBody>
          <a:bodyPr anchor="t">
            <a:normAutofit/>
          </a:bodyPr>
          <a:lstStyle>
            <a:lvl1pPr algn="l">
              <a:defRPr sz="66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517136"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Picture Placeholder 6">
            <a:extLst>
              <a:ext uri="{FF2B5EF4-FFF2-40B4-BE49-F238E27FC236}">
                <a16:creationId xmlns:a16="http://schemas.microsoft.com/office/drawing/2014/main" id="{DEE3B02A-3B83-3083-3F07-26E25C6C135D}"/>
              </a:ext>
            </a:extLst>
          </p:cNvPr>
          <p:cNvSpPr>
            <a:spLocks noGrp="1"/>
          </p:cNvSpPr>
          <p:nvPr>
            <p:ph type="pic" sz="quarter" idx="13"/>
          </p:nvPr>
        </p:nvSpPr>
        <p:spPr>
          <a:xfrm>
            <a:off x="6517248" y="0"/>
            <a:ext cx="5674753" cy="6399152"/>
          </a:xfrm>
          <a:custGeom>
            <a:avLst/>
            <a:gdLst>
              <a:gd name="connsiteX0" fmla="*/ 0 w 5674753"/>
              <a:gd name="connsiteY0" fmla="*/ 0 h 6399152"/>
              <a:gd name="connsiteX1" fmla="*/ 5674753 w 5674753"/>
              <a:gd name="connsiteY1" fmla="*/ 0 h 6399152"/>
              <a:gd name="connsiteX2" fmla="*/ 5674753 w 5674753"/>
              <a:gd name="connsiteY2" fmla="*/ 6399152 h 6399152"/>
              <a:gd name="connsiteX3" fmla="*/ 601996 w 5674753"/>
              <a:gd name="connsiteY3" fmla="*/ 6399152 h 6399152"/>
              <a:gd name="connsiteX4" fmla="*/ 0 w 5674753"/>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74753" h="6399152">
                <a:moveTo>
                  <a:pt x="0" y="0"/>
                </a:moveTo>
                <a:lnTo>
                  <a:pt x="5674753" y="0"/>
                </a:lnTo>
                <a:lnTo>
                  <a:pt x="5674753" y="6399152"/>
                </a:lnTo>
                <a:lnTo>
                  <a:pt x="601996" y="6399152"/>
                </a:lnTo>
                <a:cubicBezTo>
                  <a:pt x="269523" y="6399152"/>
                  <a:pt x="0" y="6129629"/>
                  <a:pt x="0" y="5797156"/>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73F0B94E-0195-4FC9-AEFD-CCBB878ACEDF}" type="datetime1">
              <a:rPr lang="en-US" smtClean="0"/>
              <a:t>1/15/2026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05716847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Photo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69480" y="411480"/>
            <a:ext cx="4361688" cy="3968496"/>
          </a:xfrm>
        </p:spPr>
        <p:txBody>
          <a:bodyPr anchor="t">
            <a:normAutofit/>
          </a:bodyPr>
          <a:lstStyle>
            <a:lvl1pPr algn="l">
              <a:defRPr sz="54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69480" y="4873752"/>
            <a:ext cx="4206240"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6">
            <a:extLst>
              <a:ext uri="{FF2B5EF4-FFF2-40B4-BE49-F238E27FC236}">
                <a16:creationId xmlns:a16="http://schemas.microsoft.com/office/drawing/2014/main" id="{1D6AB98B-BD95-F9FC-BB22-1A89B6EE3246}"/>
              </a:ext>
            </a:extLst>
          </p:cNvPr>
          <p:cNvSpPr>
            <a:spLocks noGrp="1"/>
          </p:cNvSpPr>
          <p:nvPr>
            <p:ph type="pic" sz="quarter" idx="13"/>
          </p:nvPr>
        </p:nvSpPr>
        <p:spPr>
          <a:xfrm>
            <a:off x="0" y="0"/>
            <a:ext cx="6604503" cy="6399152"/>
          </a:xfrm>
          <a:custGeom>
            <a:avLst/>
            <a:gdLst>
              <a:gd name="connsiteX0" fmla="*/ 0 w 6604503"/>
              <a:gd name="connsiteY0" fmla="*/ 0 h 6399152"/>
              <a:gd name="connsiteX1" fmla="*/ 6604503 w 6604503"/>
              <a:gd name="connsiteY1" fmla="*/ 0 h 6399152"/>
              <a:gd name="connsiteX2" fmla="*/ 6604503 w 6604503"/>
              <a:gd name="connsiteY2" fmla="*/ 5797156 h 6399152"/>
              <a:gd name="connsiteX3" fmla="*/ 6002507 w 6604503"/>
              <a:gd name="connsiteY3" fmla="*/ 6399152 h 6399152"/>
              <a:gd name="connsiteX4" fmla="*/ 0 w 6604503"/>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04503" h="6399152">
                <a:moveTo>
                  <a:pt x="0" y="0"/>
                </a:moveTo>
                <a:lnTo>
                  <a:pt x="6604503" y="0"/>
                </a:lnTo>
                <a:lnTo>
                  <a:pt x="6604503" y="5797156"/>
                </a:lnTo>
                <a:cubicBezTo>
                  <a:pt x="6604503" y="6129629"/>
                  <a:pt x="6334980" y="6399152"/>
                  <a:pt x="6002507"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9B0F68CC-6BDD-49E7-8971-97164A4B1FA2}" type="datetime1">
              <a:rPr lang="en-US" smtClean="0"/>
              <a:t>1/15/2026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25530226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29768" y="411480"/>
            <a:ext cx="11045952" cy="1828800"/>
          </a:xfrm>
        </p:spPr>
        <p:txBody>
          <a:bodyPr anchor="t">
            <a:normAutofit/>
          </a:bodyPr>
          <a:lstStyle>
            <a:lvl1pPr>
              <a:defRPr sz="8000"/>
            </a:lvl1pPr>
          </a:lstStyle>
          <a:p>
            <a:r>
              <a:rPr lang="en-US" dirty="0"/>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423160"/>
            <a:ext cx="5202936" cy="3858768"/>
          </a:xfrm>
        </p:spPr>
        <p:txBody>
          <a:bodyPr vert="horz" lIns="91440" tIns="45720" rIns="91440" bIns="45720" rtlCol="0">
            <a:normAutofit/>
          </a:bodyPr>
          <a:lstStyle>
            <a:lvl1pPr marL="457200" indent="-457200">
              <a:buFont typeface="+mj-lt"/>
              <a:buAutoNum type="arabicPeriod"/>
              <a:defRPr lang="en-US" dirty="0"/>
            </a:lvl1pPr>
            <a:lvl2pPr marL="571500" indent="-342900">
              <a:buFont typeface="+mj-lt"/>
              <a:buAutoNum type="alphaLcPeriod"/>
              <a:defRPr lang="en-US" dirty="0"/>
            </a:lvl2pPr>
            <a:lvl3pPr marL="800100" indent="-342900">
              <a:buFont typeface="+mj-lt"/>
              <a:buAutoNum type="romanLcPeriod"/>
              <a:defRPr lang="en-US" dirty="0"/>
            </a:lvl3pPr>
            <a:lvl4pPr marL="914400" indent="-228600">
              <a:buFont typeface="+mj-lt"/>
              <a:buAutoNum type="arabicParenR"/>
              <a:defRPr lang="en-US" dirty="0"/>
            </a:lvl4pPr>
            <a:lvl5pPr marL="1143000" indent="-228600">
              <a:buFont typeface="+mj-lt"/>
              <a:buAutoNum type="alphaLcParen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E244D5D5-F2FF-4BCB-BACC-FA9A736697CB}" type="datetime1">
              <a:rPr lang="en-US" smtClean="0"/>
              <a:t>1/15/2026</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343797007"/>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91006" y="998230"/>
            <a:ext cx="3951469" cy="1947672"/>
          </a:xfrm>
        </p:spPr>
        <p:txBody>
          <a:bodyPr anchor="b">
            <a:noAutofit/>
          </a:bodyPr>
          <a:lstStyle>
            <a:lvl1pPr>
              <a:defRPr sz="4400"/>
            </a:lvl1pPr>
          </a:lstStyle>
          <a:p>
            <a:r>
              <a:rPr lang="en-US" dirty="0"/>
              <a:t>Click to edit Master title style</a:t>
            </a:r>
          </a:p>
        </p:txBody>
      </p:sp>
      <p:sp>
        <p:nvSpPr>
          <p:cNvPr id="9" name="Picture Placeholder 3">
            <a:extLst>
              <a:ext uri="{FF2B5EF4-FFF2-40B4-BE49-F238E27FC236}">
                <a16:creationId xmlns:a16="http://schemas.microsoft.com/office/drawing/2014/main" id="{DD60ACDC-1760-F721-E270-0D2FC4872DF2}"/>
              </a:ext>
            </a:extLst>
          </p:cNvPr>
          <p:cNvSpPr>
            <a:spLocks noGrp="1"/>
          </p:cNvSpPr>
          <p:nvPr>
            <p:ph type="pic" sz="quarter" idx="15"/>
          </p:nvPr>
        </p:nvSpPr>
        <p:spPr>
          <a:xfrm>
            <a:off x="0" y="0"/>
            <a:ext cx="7002464" cy="6399152"/>
          </a:xfrm>
          <a:custGeom>
            <a:avLst/>
            <a:gdLst>
              <a:gd name="connsiteX0" fmla="*/ 0 w 7002464"/>
              <a:gd name="connsiteY0" fmla="*/ 0 h 6399152"/>
              <a:gd name="connsiteX1" fmla="*/ 7002464 w 7002464"/>
              <a:gd name="connsiteY1" fmla="*/ 0 h 6399152"/>
              <a:gd name="connsiteX2" fmla="*/ 7002464 w 7002464"/>
              <a:gd name="connsiteY2" fmla="*/ 5797156 h 6399152"/>
              <a:gd name="connsiteX3" fmla="*/ 6400468 w 7002464"/>
              <a:gd name="connsiteY3" fmla="*/ 6399152 h 6399152"/>
              <a:gd name="connsiteX4" fmla="*/ 0 w 7002464"/>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02464" h="6399152">
                <a:moveTo>
                  <a:pt x="0" y="0"/>
                </a:moveTo>
                <a:lnTo>
                  <a:pt x="7002464" y="0"/>
                </a:lnTo>
                <a:lnTo>
                  <a:pt x="7002464" y="5797156"/>
                </a:lnTo>
                <a:cubicBezTo>
                  <a:pt x="7002464" y="6129629"/>
                  <a:pt x="6732941" y="6399152"/>
                  <a:pt x="6400468" y="6399152"/>
                </a:cubicBezTo>
                <a:lnTo>
                  <a:pt x="0" y="6399152"/>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691007" y="3099815"/>
            <a:ext cx="3951469" cy="3084599"/>
          </a:xfrm>
        </p:spPr>
        <p:txBody>
          <a:bodyPr>
            <a:normAutofit/>
          </a:bodyPr>
          <a:lstStyle>
            <a:lvl1pPr marL="342900" indent="-342900">
              <a:buFont typeface="+mj-lt"/>
              <a:buAutoNum type="arabicPeriod"/>
              <a:defRPr sz="1800"/>
            </a:lvl1pPr>
            <a:lvl2pPr marL="571500" indent="-342900">
              <a:buFont typeface="+mj-lt"/>
              <a:buAutoNum type="alphaLcPeriod"/>
              <a:defRPr sz="1600"/>
            </a:lvl2pPr>
            <a:lvl3pPr marL="800100" indent="-342900">
              <a:buFont typeface="+mj-lt"/>
              <a:buAutoNum type="romanLcPeriod"/>
              <a:defRPr sz="1400"/>
            </a:lvl3pPr>
            <a:lvl4pPr marL="914400" indent="-228600">
              <a:buFont typeface="+mj-lt"/>
              <a:buAutoNum type="arabicParenR"/>
              <a:defRPr sz="1200"/>
            </a:lvl4pPr>
            <a:lvl5pPr marL="1143000" indent="-228600">
              <a:buFont typeface="+mj-lt"/>
              <a:buAutoNum type="alphaLcParenR"/>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C747D10D-DAA6-49BD-BCDC-42DE71F72A89}"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38897594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478024"/>
            <a:ext cx="4325112" cy="2454796"/>
          </a:xfrm>
        </p:spPr>
        <p:txBody>
          <a:bodyPr anchor="t">
            <a:normAutofit/>
          </a:bodyPr>
          <a:lstStyle>
            <a:lvl1pPr>
              <a:defRPr sz="4400"/>
            </a:lvl1pPr>
          </a:lstStyle>
          <a:p>
            <a:r>
              <a:rPr lang="en-US"/>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478024"/>
            <a:ext cx="4325112" cy="2454796"/>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131313"/>
                </a:solidFill>
                <a:effectLst/>
                <a:uLnTx/>
                <a:uFillTx/>
                <a:latin typeface="Neue Haas Grotesk Text Pro"/>
                <a:ea typeface="+mn-ea"/>
                <a:cs typeface="+mn-cs"/>
              </a:rPr>
              <a:t>Click to edit Master text styles</a:t>
            </a:r>
          </a:p>
          <a:p>
            <a:pPr marL="457200" marR="0" lvl="1"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131313"/>
                </a:solidFill>
                <a:effectLst/>
                <a:uLnTx/>
                <a:uFillTx/>
                <a:latin typeface="Neue Haas Grotesk Text Pro"/>
                <a:ea typeface="+mn-ea"/>
                <a:cs typeface="+mn-cs"/>
              </a:rPr>
              <a:t>Second level</a:t>
            </a:r>
          </a:p>
          <a:p>
            <a:pPr marL="685800" marR="0" lvl="2"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131313"/>
                </a:solidFill>
                <a:effectLst/>
                <a:uLnTx/>
                <a:uFillTx/>
                <a:latin typeface="Neue Haas Grotesk Text Pro"/>
                <a:ea typeface="+mn-ea"/>
                <a:cs typeface="+mn-cs"/>
              </a:rPr>
              <a:t>Third level</a:t>
            </a:r>
          </a:p>
          <a:p>
            <a:pPr marL="914400" marR="0" lvl="3"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131313"/>
                </a:solidFill>
                <a:effectLst/>
                <a:uLnTx/>
                <a:uFillTx/>
                <a:latin typeface="Neue Haas Grotesk Text Pro"/>
                <a:ea typeface="+mn-ea"/>
                <a:cs typeface="+mn-cs"/>
              </a:rPr>
              <a:t>Fourth level</a:t>
            </a:r>
          </a:p>
          <a:p>
            <a:pPr marL="1143000" marR="0" lvl="4"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a:ln>
                  <a:noFill/>
                </a:ln>
                <a:solidFill>
                  <a:srgbClr val="131313"/>
                </a:solidFill>
                <a:effectLst/>
                <a:uLnTx/>
                <a:uFillTx/>
                <a:latin typeface="Neue Haas Grotesk Text Pro"/>
                <a:ea typeface="+mn-ea"/>
                <a:cs typeface="+mn-cs"/>
              </a:rPr>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A99C55D-C47D-42B9-AD20-3E2CCE08596C}" type="datetime1">
              <a:rPr lang="en-US" smtClean="0"/>
              <a:t>1/15/2026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0686604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039112"/>
            <a:ext cx="3813048" cy="353872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422392" y="2039112"/>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01EA44AD-1FB0-4882-B380-D102D5E41B49}" type="datetime1">
              <a:rPr lang="en-US" smtClean="0"/>
              <a:t>1/15/2026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733055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00200"/>
            <a:ext cx="4142232" cy="463600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422392" y="1600200"/>
            <a:ext cx="5788152" cy="46360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C21FD0E9-BB2A-40F4-9FCA-339953EA9BCB}" type="datetime1">
              <a:rPr lang="en-US" smtClean="0"/>
              <a:t>1/15/2026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0206436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7" y="640079"/>
            <a:ext cx="4032505" cy="3621024"/>
          </a:xfrm>
        </p:spPr>
        <p:txBody>
          <a:bodyPr anchor="t">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422392" y="640715"/>
            <a:ext cx="5968098" cy="5719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B82DCE86-7B4C-43EC-801D-4B957536C306}" type="datetime1">
              <a:rPr lang="en-US" smtClean="0"/>
              <a:t>1/15/2026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5094285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640080"/>
            <a:ext cx="3493008" cy="3621024"/>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25696" y="640080"/>
            <a:ext cx="7159752" cy="572414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1FD3FCD9-BE24-4676-9D2E-63D9ED82EDA2}" type="datetime1">
              <a:rPr lang="en-US" smtClean="0"/>
              <a:t>1/15/2026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8867873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Only (Max)">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41248" y="-1325880"/>
            <a:ext cx="10515600" cy="1325880"/>
          </a:xfrm>
        </p:spPr>
        <p:txBody>
          <a:bodyPr anchor="b">
            <a:normAutofit/>
          </a:bodyPr>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37159" y="329450"/>
            <a:ext cx="11924209" cy="6199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21CA290A-121B-47D5-B4CD-63E70D76A5D5}" type="datetime1">
              <a:rPr lang="en-US" smtClean="0"/>
              <a:t>1/15/2026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3321123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Content Photo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4480560"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7" y="2276856"/>
            <a:ext cx="4480560" cy="404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CE823DF8-AABE-3B17-254E-81CD7CA2B5BF}"/>
              </a:ext>
            </a:extLst>
          </p:cNvPr>
          <p:cNvSpPr>
            <a:spLocks noGrp="1"/>
          </p:cNvSpPr>
          <p:nvPr>
            <p:ph type="pic" sz="quarter" idx="15"/>
          </p:nvPr>
        </p:nvSpPr>
        <p:spPr>
          <a:xfrm>
            <a:off x="5737594" y="0"/>
            <a:ext cx="6454406" cy="6399152"/>
          </a:xfrm>
          <a:custGeom>
            <a:avLst/>
            <a:gdLst>
              <a:gd name="connsiteX0" fmla="*/ 0 w 6454406"/>
              <a:gd name="connsiteY0" fmla="*/ 0 h 6399152"/>
              <a:gd name="connsiteX1" fmla="*/ 6454406 w 6454406"/>
              <a:gd name="connsiteY1" fmla="*/ 0 h 6399152"/>
              <a:gd name="connsiteX2" fmla="*/ 6454406 w 6454406"/>
              <a:gd name="connsiteY2" fmla="*/ 6399152 h 6399152"/>
              <a:gd name="connsiteX3" fmla="*/ 601995 w 6454406"/>
              <a:gd name="connsiteY3" fmla="*/ 6399152 h 6399152"/>
              <a:gd name="connsiteX4" fmla="*/ 0 w 6454406"/>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54406" h="6399152">
                <a:moveTo>
                  <a:pt x="0" y="0"/>
                </a:moveTo>
                <a:lnTo>
                  <a:pt x="6454406" y="0"/>
                </a:lnTo>
                <a:lnTo>
                  <a:pt x="6454406" y="6399152"/>
                </a:lnTo>
                <a:lnTo>
                  <a:pt x="601995" y="6399152"/>
                </a:lnTo>
                <a:cubicBezTo>
                  <a:pt x="269522" y="6399152"/>
                  <a:pt x="0" y="6129629"/>
                  <a:pt x="0" y="5797156"/>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260A58D8-7EDF-40A6-A98C-8CBDF59A319E}"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1580174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601755"/>
            <a:ext cx="4389120" cy="1527048"/>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6F26914B-7405-10AB-A859-8165D7B1A93C}"/>
              </a:ext>
            </a:extLst>
          </p:cNvPr>
          <p:cNvSpPr>
            <a:spLocks noGrp="1"/>
          </p:cNvSpPr>
          <p:nvPr>
            <p:ph type="pic" sz="quarter" idx="15"/>
          </p:nvPr>
        </p:nvSpPr>
        <p:spPr>
          <a:xfrm>
            <a:off x="0" y="1"/>
            <a:ext cx="6591300" cy="6410303"/>
          </a:xfrm>
          <a:custGeom>
            <a:avLst/>
            <a:gdLst>
              <a:gd name="connsiteX0" fmla="*/ 0 w 6591300"/>
              <a:gd name="connsiteY0" fmla="*/ 0 h 6410303"/>
              <a:gd name="connsiteX1" fmla="*/ 6591300 w 6591300"/>
              <a:gd name="connsiteY1" fmla="*/ 0 h 6410303"/>
              <a:gd name="connsiteX2" fmla="*/ 6591300 w 6591300"/>
              <a:gd name="connsiteY2" fmla="*/ 5807073 h 6410303"/>
              <a:gd name="connsiteX3" fmla="*/ 5988070 w 6591300"/>
              <a:gd name="connsiteY3" fmla="*/ 6410303 h 6410303"/>
              <a:gd name="connsiteX4" fmla="*/ 0 w 6591300"/>
              <a:gd name="connsiteY4" fmla="*/ 6410303 h 64103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91300" h="6410303">
                <a:moveTo>
                  <a:pt x="0" y="0"/>
                </a:moveTo>
                <a:lnTo>
                  <a:pt x="6591300" y="0"/>
                </a:lnTo>
                <a:lnTo>
                  <a:pt x="6591300" y="5807073"/>
                </a:lnTo>
                <a:cubicBezTo>
                  <a:pt x="6591300" y="6140228"/>
                  <a:pt x="6321225" y="6410303"/>
                  <a:pt x="5988070" y="6410303"/>
                </a:cubicBezTo>
                <a:lnTo>
                  <a:pt x="0" y="6410303"/>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2276856"/>
            <a:ext cx="4389120" cy="404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16DF7C3E-B5DF-4043-B2F9-CD94B277B81B}"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0553006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3401568"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29768"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58FA1BA0-D099-705F-F85E-3FBC782F7651}"/>
              </a:ext>
            </a:extLst>
          </p:cNvPr>
          <p:cNvSpPr>
            <a:spLocks noGrp="1"/>
          </p:cNvSpPr>
          <p:nvPr>
            <p:ph type="pic" sz="quarter" idx="15"/>
          </p:nvPr>
        </p:nvSpPr>
        <p:spPr>
          <a:xfrm>
            <a:off x="4502843" y="2"/>
            <a:ext cx="7689157" cy="6399151"/>
          </a:xfrm>
          <a:custGeom>
            <a:avLst/>
            <a:gdLst>
              <a:gd name="connsiteX0" fmla="*/ 0 w 7689157"/>
              <a:gd name="connsiteY0" fmla="*/ 0 h 6399151"/>
              <a:gd name="connsiteX1" fmla="*/ 7689157 w 7689157"/>
              <a:gd name="connsiteY1" fmla="*/ 0 h 6399151"/>
              <a:gd name="connsiteX2" fmla="*/ 7689157 w 7689157"/>
              <a:gd name="connsiteY2" fmla="*/ 6399151 h 6399151"/>
              <a:gd name="connsiteX3" fmla="*/ 601997 w 7689157"/>
              <a:gd name="connsiteY3" fmla="*/ 6399151 h 6399151"/>
              <a:gd name="connsiteX4" fmla="*/ 0 w 7689157"/>
              <a:gd name="connsiteY4" fmla="*/ 5797155 h 63991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89157" h="6399151">
                <a:moveTo>
                  <a:pt x="0" y="0"/>
                </a:moveTo>
                <a:lnTo>
                  <a:pt x="7689157" y="0"/>
                </a:lnTo>
                <a:lnTo>
                  <a:pt x="7689157" y="6399151"/>
                </a:lnTo>
                <a:lnTo>
                  <a:pt x="601997" y="6399151"/>
                </a:lnTo>
                <a:cubicBezTo>
                  <a:pt x="269523" y="6399151"/>
                  <a:pt x="0" y="6129628"/>
                  <a:pt x="0" y="5797155"/>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84F04B89-F088-43E2-8F95-5A2E5E9F612E}"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2151824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21040" y="603504"/>
            <a:ext cx="3401568" cy="1527048"/>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F44EE1A0-D83B-FE6C-4495-F55C5070D5D1}"/>
              </a:ext>
            </a:extLst>
          </p:cNvPr>
          <p:cNvSpPr>
            <a:spLocks noGrp="1"/>
          </p:cNvSpPr>
          <p:nvPr>
            <p:ph type="pic" sz="quarter" idx="15"/>
          </p:nvPr>
        </p:nvSpPr>
        <p:spPr>
          <a:xfrm>
            <a:off x="0" y="0"/>
            <a:ext cx="7734300" cy="6399152"/>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21040"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A0FCFF8D-E3E3-4D6C-85D1-1D24204FD961}"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1833380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Content Photo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4162318"/>
            <a:ext cx="2953618" cy="189280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4162318"/>
            <a:ext cx="7772400" cy="2240280"/>
          </a:xfrm>
        </p:spPr>
        <p:txBody>
          <a:bodyPr>
            <a:no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Picture Placeholder 8">
            <a:extLst>
              <a:ext uri="{FF2B5EF4-FFF2-40B4-BE49-F238E27FC236}">
                <a16:creationId xmlns:a16="http://schemas.microsoft.com/office/drawing/2014/main" id="{0696DEB7-ADC8-3E90-7A63-F11D6535D0E4}"/>
              </a:ext>
            </a:extLst>
          </p:cNvPr>
          <p:cNvSpPr>
            <a:spLocks noGrp="1"/>
          </p:cNvSpPr>
          <p:nvPr>
            <p:ph type="pic" sz="quarter" idx="15"/>
          </p:nvPr>
        </p:nvSpPr>
        <p:spPr>
          <a:xfrm>
            <a:off x="0" y="0"/>
            <a:ext cx="11750040" cy="3806246"/>
          </a:xfrm>
          <a:custGeom>
            <a:avLst/>
            <a:gdLst>
              <a:gd name="connsiteX0" fmla="*/ 0 w 11733150"/>
              <a:gd name="connsiteY0" fmla="*/ 0 h 3806246"/>
              <a:gd name="connsiteX1" fmla="*/ 11733150 w 11733150"/>
              <a:gd name="connsiteY1" fmla="*/ 0 h 3806246"/>
              <a:gd name="connsiteX2" fmla="*/ 11733150 w 11733150"/>
              <a:gd name="connsiteY2" fmla="*/ 3204250 h 3806246"/>
              <a:gd name="connsiteX3" fmla="*/ 11131154 w 11733150"/>
              <a:gd name="connsiteY3" fmla="*/ 3806246 h 3806246"/>
              <a:gd name="connsiteX4" fmla="*/ 0 w 11733150"/>
              <a:gd name="connsiteY4" fmla="*/ 3806246 h 38062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33150" h="3806246">
                <a:moveTo>
                  <a:pt x="0" y="0"/>
                </a:moveTo>
                <a:lnTo>
                  <a:pt x="11733150" y="0"/>
                </a:lnTo>
                <a:lnTo>
                  <a:pt x="11733150" y="3204250"/>
                </a:lnTo>
                <a:cubicBezTo>
                  <a:pt x="11733150" y="3536723"/>
                  <a:pt x="11463627" y="3806246"/>
                  <a:pt x="11131154" y="3806246"/>
                </a:cubicBezTo>
                <a:lnTo>
                  <a:pt x="0" y="3806246"/>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1479AD81-0F74-4052-9D15-1FCBE10FF531}"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05096460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Content Photo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61425"/>
            <a:ext cx="2953618" cy="189280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561425"/>
            <a:ext cx="7772400" cy="2240280"/>
          </a:xfrm>
        </p:spPr>
        <p:txBody>
          <a:bodyPr>
            <a:no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11">
            <a:extLst>
              <a:ext uri="{FF2B5EF4-FFF2-40B4-BE49-F238E27FC236}">
                <a16:creationId xmlns:a16="http://schemas.microsoft.com/office/drawing/2014/main" id="{20558516-7088-BB33-D6DC-15ED4C60CBAF}"/>
              </a:ext>
            </a:extLst>
          </p:cNvPr>
          <p:cNvSpPr>
            <a:spLocks noGrp="1"/>
          </p:cNvSpPr>
          <p:nvPr>
            <p:ph type="pic" sz="quarter" idx="15"/>
          </p:nvPr>
        </p:nvSpPr>
        <p:spPr>
          <a:xfrm>
            <a:off x="441960" y="3067414"/>
            <a:ext cx="11750040" cy="3790586"/>
          </a:xfrm>
          <a:custGeom>
            <a:avLst/>
            <a:gdLst>
              <a:gd name="connsiteX0" fmla="*/ 603695 w 11750040"/>
              <a:gd name="connsiteY0" fmla="*/ 0 h 3790586"/>
              <a:gd name="connsiteX1" fmla="*/ 11750040 w 11750040"/>
              <a:gd name="connsiteY1" fmla="*/ 0 h 3790586"/>
              <a:gd name="connsiteX2" fmla="*/ 11750040 w 11750040"/>
              <a:gd name="connsiteY2" fmla="*/ 3790586 h 3790586"/>
              <a:gd name="connsiteX3" fmla="*/ 0 w 11750040"/>
              <a:gd name="connsiteY3" fmla="*/ 3790586 h 3790586"/>
              <a:gd name="connsiteX4" fmla="*/ 0 w 11750040"/>
              <a:gd name="connsiteY4" fmla="*/ 603695 h 3790586"/>
              <a:gd name="connsiteX5" fmla="*/ 603695 w 11750040"/>
              <a:gd name="connsiteY5" fmla="*/ 0 h 37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750040" h="3790586">
                <a:moveTo>
                  <a:pt x="603695" y="0"/>
                </a:moveTo>
                <a:lnTo>
                  <a:pt x="11750040" y="0"/>
                </a:lnTo>
                <a:lnTo>
                  <a:pt x="11750040" y="3790586"/>
                </a:lnTo>
                <a:lnTo>
                  <a:pt x="0" y="3790586"/>
                </a:lnTo>
                <a:lnTo>
                  <a:pt x="0" y="603695"/>
                </a:lnTo>
                <a:cubicBezTo>
                  <a:pt x="0" y="270283"/>
                  <a:pt x="270283" y="0"/>
                  <a:pt x="603695" y="0"/>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40460"/>
            <a:ext cx="3494314" cy="338328"/>
          </a:xfrm>
        </p:spPr>
        <p:txBody>
          <a:bodyPr/>
          <a:lstStyle/>
          <a:p>
            <a:fld id="{58567813-D47B-4BA9-A366-45E7794B6608}"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76521" y="40460"/>
            <a:ext cx="2805405" cy="338328"/>
          </a:xfr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632162" y="40460"/>
            <a:ext cx="429207" cy="338328"/>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5546995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11896" y="1078992"/>
            <a:ext cx="3273552" cy="1947672"/>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8073E866-A871-62F7-1E54-F2A44278F834}"/>
              </a:ext>
            </a:extLst>
          </p:cNvPr>
          <p:cNvSpPr>
            <a:spLocks noGrp="1"/>
          </p:cNvSpPr>
          <p:nvPr>
            <p:ph type="pic" sz="quarter" idx="15"/>
          </p:nvPr>
        </p:nvSpPr>
        <p:spPr>
          <a:xfrm>
            <a:off x="0" y="0"/>
            <a:ext cx="7734300" cy="6399152"/>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11896" y="3099816"/>
            <a:ext cx="3273552" cy="2953512"/>
          </a:xfrm>
        </p:spPr>
        <p:txBody>
          <a:bodyPr>
            <a:normAutofit/>
          </a:bodyPr>
          <a:lstStyle>
            <a:lvl1pPr marL="285750" indent="-285750">
              <a:buFont typeface="Arial" panose="020B0604020202020204" pitchFamily="34" charset="0"/>
              <a:buChar char="•"/>
              <a:defRPr sz="1600"/>
            </a:lvl1pPr>
            <a:lvl2pPr marL="514350" indent="-285750">
              <a:buFont typeface="Arial" panose="020B0604020202020204" pitchFamily="34" charset="0"/>
              <a:buChar char="•"/>
              <a:defRPr sz="1400"/>
            </a:lvl2pPr>
            <a:lvl3pPr marL="628650" indent="-171450">
              <a:buFont typeface="Arial" panose="020B0604020202020204" pitchFamily="34" charset="0"/>
              <a:buChar char="•"/>
              <a:defRPr sz="1200"/>
            </a:lvl3pPr>
            <a:lvl4pPr marL="857250" indent="-171450">
              <a:buFont typeface="Arial" panose="020B0604020202020204" pitchFamily="34" charset="0"/>
              <a:buChar char="•"/>
              <a:defRPr sz="1100"/>
            </a:lvl4pPr>
            <a:lvl5pPr marL="1085850" indent="-171450">
              <a:buFont typeface="Arial" panose="020B0604020202020204" pitchFamily="34" charset="0"/>
              <a:buChar char="•"/>
              <a:defRPr sz="10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3C75A4F-7395-44C0-9A76-83F0F6EA512A}"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72483518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Content Photo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111854"/>
            <a:ext cx="3945468" cy="138988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584372" y="5111854"/>
            <a:ext cx="6168356" cy="1389888"/>
          </a:xfrm>
        </p:spPr>
        <p:txBody>
          <a:bodyPr>
            <a:noAutofit/>
          </a:bodyPr>
          <a:lstStyle>
            <a:lvl1pPr marL="0" indent="0">
              <a:buFont typeface="Arial" panose="020B0604020202020204" pitchFamily="34" charset="0"/>
              <a:buNone/>
              <a:defRPr sz="1400"/>
            </a:lvl1pPr>
            <a:lvl2pPr marL="228600" indent="0">
              <a:buFont typeface="Arial" panose="020B0604020202020204" pitchFamily="34" charset="0"/>
              <a:buNone/>
              <a:defRPr sz="1200"/>
            </a:lvl2pPr>
            <a:lvl3pPr marL="457200" indent="0">
              <a:buFont typeface="Arial" panose="020B0604020202020204" pitchFamily="34" charset="0"/>
              <a:buNone/>
              <a:defRPr sz="1100"/>
            </a:lvl3pPr>
            <a:lvl4pPr marL="685800" indent="0">
              <a:buFont typeface="Arial" panose="020B0604020202020204" pitchFamily="34" charset="0"/>
              <a:buNone/>
              <a:defRPr sz="1050"/>
            </a:lvl4pPr>
            <a:lvl5pPr marL="914400" indent="0">
              <a:buFont typeface="Arial" panose="020B0604020202020204" pitchFamily="34" charset="0"/>
              <a:buNone/>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Picture Placeholder 8">
            <a:extLst>
              <a:ext uri="{FF2B5EF4-FFF2-40B4-BE49-F238E27FC236}">
                <a16:creationId xmlns:a16="http://schemas.microsoft.com/office/drawing/2014/main" id="{815B30A2-D0D1-DED2-1133-A673CEA16AE9}"/>
              </a:ext>
            </a:extLst>
          </p:cNvPr>
          <p:cNvSpPr>
            <a:spLocks noGrp="1"/>
          </p:cNvSpPr>
          <p:nvPr>
            <p:ph type="pic" sz="quarter" idx="15"/>
          </p:nvPr>
        </p:nvSpPr>
        <p:spPr>
          <a:xfrm>
            <a:off x="0" y="0"/>
            <a:ext cx="11750040" cy="4724868"/>
          </a:xfrm>
          <a:custGeom>
            <a:avLst/>
            <a:gdLst>
              <a:gd name="connsiteX0" fmla="*/ 0 w 11750040"/>
              <a:gd name="connsiteY0" fmla="*/ 0 h 4724868"/>
              <a:gd name="connsiteX1" fmla="*/ 11750040 w 11750040"/>
              <a:gd name="connsiteY1" fmla="*/ 0 h 4724868"/>
              <a:gd name="connsiteX2" fmla="*/ 11750040 w 11750040"/>
              <a:gd name="connsiteY2" fmla="*/ 4122872 h 4724868"/>
              <a:gd name="connsiteX3" fmla="*/ 11148044 w 11750040"/>
              <a:gd name="connsiteY3" fmla="*/ 4724868 h 4724868"/>
              <a:gd name="connsiteX4" fmla="*/ 0 w 11750040"/>
              <a:gd name="connsiteY4" fmla="*/ 4724868 h 4724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50040" h="4724868">
                <a:moveTo>
                  <a:pt x="0" y="0"/>
                </a:moveTo>
                <a:lnTo>
                  <a:pt x="11750040" y="0"/>
                </a:lnTo>
                <a:lnTo>
                  <a:pt x="11750040" y="4122872"/>
                </a:lnTo>
                <a:cubicBezTo>
                  <a:pt x="11750040" y="4455345"/>
                  <a:pt x="11480517" y="4724868"/>
                  <a:pt x="11148044" y="4724868"/>
                </a:cubicBezTo>
                <a:lnTo>
                  <a:pt x="0" y="4724868"/>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1B2EEDCC-520A-464B-900A-5F7E0E1FFC43}"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66223209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50408" y="548640"/>
            <a:ext cx="6035040" cy="1143000"/>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C1AB8ED2-AD91-CB22-5624-BD41AB32529E}"/>
              </a:ext>
            </a:extLst>
          </p:cNvPr>
          <p:cNvSpPr>
            <a:spLocks noGrp="1"/>
          </p:cNvSpPr>
          <p:nvPr>
            <p:ph type="pic" sz="quarter" idx="15"/>
          </p:nvPr>
        </p:nvSpPr>
        <p:spPr>
          <a:xfrm>
            <a:off x="0" y="0"/>
            <a:ext cx="4844052" cy="6399152"/>
          </a:xfrm>
          <a:custGeom>
            <a:avLst/>
            <a:gdLst>
              <a:gd name="connsiteX0" fmla="*/ 0 w 4844052"/>
              <a:gd name="connsiteY0" fmla="*/ 0 h 6399152"/>
              <a:gd name="connsiteX1" fmla="*/ 4844052 w 4844052"/>
              <a:gd name="connsiteY1" fmla="*/ 0 h 6399152"/>
              <a:gd name="connsiteX2" fmla="*/ 4844052 w 4844052"/>
              <a:gd name="connsiteY2" fmla="*/ 5795922 h 6399152"/>
              <a:gd name="connsiteX3" fmla="*/ 4240822 w 4844052"/>
              <a:gd name="connsiteY3" fmla="*/ 6399152 h 6399152"/>
              <a:gd name="connsiteX4" fmla="*/ 0 w 4844052"/>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44052" h="6399152">
                <a:moveTo>
                  <a:pt x="0" y="0"/>
                </a:moveTo>
                <a:lnTo>
                  <a:pt x="4844052" y="0"/>
                </a:lnTo>
                <a:lnTo>
                  <a:pt x="4844052" y="5795922"/>
                </a:lnTo>
                <a:cubicBezTo>
                  <a:pt x="4844052" y="6129077"/>
                  <a:pt x="4573977" y="6399152"/>
                  <a:pt x="4240822"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550408" y="1828800"/>
            <a:ext cx="6035040" cy="44897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B36C1D43-E95A-44CE-BF39-AC264176BC74}"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3660157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40"/>
            <a:ext cx="6135624" cy="1143000"/>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828800"/>
            <a:ext cx="6135624" cy="44897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D436AA50-FCF9-9A32-68F8-A124C794908D}"/>
              </a:ext>
            </a:extLst>
          </p:cNvPr>
          <p:cNvSpPr>
            <a:spLocks noGrp="1"/>
          </p:cNvSpPr>
          <p:nvPr>
            <p:ph type="pic" sz="quarter" idx="15"/>
          </p:nvPr>
        </p:nvSpPr>
        <p:spPr>
          <a:xfrm>
            <a:off x="7353304" y="0"/>
            <a:ext cx="4838696" cy="6399152"/>
          </a:xfrm>
          <a:custGeom>
            <a:avLst/>
            <a:gdLst>
              <a:gd name="connsiteX0" fmla="*/ 0 w 4838696"/>
              <a:gd name="connsiteY0" fmla="*/ 0 h 6399152"/>
              <a:gd name="connsiteX1" fmla="*/ 4838696 w 4838696"/>
              <a:gd name="connsiteY1" fmla="*/ 0 h 6399152"/>
              <a:gd name="connsiteX2" fmla="*/ 4838696 w 4838696"/>
              <a:gd name="connsiteY2" fmla="*/ 6399152 h 6399152"/>
              <a:gd name="connsiteX3" fmla="*/ 603230 w 4838696"/>
              <a:gd name="connsiteY3" fmla="*/ 6399152 h 6399152"/>
              <a:gd name="connsiteX4" fmla="*/ 0 w 4838696"/>
              <a:gd name="connsiteY4" fmla="*/ 579592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38696" h="6399152">
                <a:moveTo>
                  <a:pt x="0" y="0"/>
                </a:moveTo>
                <a:lnTo>
                  <a:pt x="4838696" y="0"/>
                </a:lnTo>
                <a:lnTo>
                  <a:pt x="4838696" y="6399152"/>
                </a:lnTo>
                <a:lnTo>
                  <a:pt x="603230" y="6399152"/>
                </a:lnTo>
                <a:cubicBezTo>
                  <a:pt x="270075" y="6399152"/>
                  <a:pt x="0" y="6129077"/>
                  <a:pt x="0" y="5795922"/>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84395D-714C-468A-B505-16E3BDC41D6C}"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65865983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320040"/>
            <a:ext cx="4389120" cy="932688"/>
          </a:xfrm>
        </p:spPr>
        <p:txBody>
          <a:bodyPr anchor="b"/>
          <a:lstStyle/>
          <a:p>
            <a:r>
              <a:rPr lang="en-US"/>
              <a:t>Click to edit Master title style</a:t>
            </a:r>
          </a:p>
        </p:txBody>
      </p:sp>
      <p:sp>
        <p:nvSpPr>
          <p:cNvPr id="11" name="Picture Placeholder 9">
            <a:extLst>
              <a:ext uri="{FF2B5EF4-FFF2-40B4-BE49-F238E27FC236}">
                <a16:creationId xmlns:a16="http://schemas.microsoft.com/office/drawing/2014/main" id="{6B8A8E1B-B99E-8C69-154E-2FAADB07D510}"/>
              </a:ext>
            </a:extLst>
          </p:cNvPr>
          <p:cNvSpPr>
            <a:spLocks noGrp="1"/>
          </p:cNvSpPr>
          <p:nvPr>
            <p:ph type="pic" sz="quarter" idx="15"/>
          </p:nvPr>
        </p:nvSpPr>
        <p:spPr>
          <a:xfrm>
            <a:off x="0" y="0"/>
            <a:ext cx="6591300" cy="6399152"/>
          </a:xfrm>
          <a:custGeom>
            <a:avLst/>
            <a:gdLst>
              <a:gd name="connsiteX0" fmla="*/ 0 w 6591300"/>
              <a:gd name="connsiteY0" fmla="*/ 0 h 6399152"/>
              <a:gd name="connsiteX1" fmla="*/ 6591300 w 6591300"/>
              <a:gd name="connsiteY1" fmla="*/ 0 h 6399152"/>
              <a:gd name="connsiteX2" fmla="*/ 6591300 w 6591300"/>
              <a:gd name="connsiteY2" fmla="*/ 5797156 h 6399152"/>
              <a:gd name="connsiteX3" fmla="*/ 5989304 w 6591300"/>
              <a:gd name="connsiteY3" fmla="*/ 6399152 h 6399152"/>
              <a:gd name="connsiteX4" fmla="*/ 0 w 6591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91300" h="6399152">
                <a:moveTo>
                  <a:pt x="0" y="0"/>
                </a:moveTo>
                <a:lnTo>
                  <a:pt x="6591300" y="0"/>
                </a:lnTo>
                <a:lnTo>
                  <a:pt x="6591300" y="5797156"/>
                </a:lnTo>
                <a:cubicBezTo>
                  <a:pt x="6591300" y="6129629"/>
                  <a:pt x="6321777" y="6399152"/>
                  <a:pt x="5989304"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1380744"/>
            <a:ext cx="438912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4009D615-5030-44BE-B1E7-FCAF557FFC34}"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32405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320040"/>
            <a:ext cx="4573413" cy="93268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6" y="1380744"/>
            <a:ext cx="4573413"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2BD82EEA-7278-1A73-C95C-473F75B54048}"/>
              </a:ext>
            </a:extLst>
          </p:cNvPr>
          <p:cNvSpPr>
            <a:spLocks noGrp="1"/>
          </p:cNvSpPr>
          <p:nvPr>
            <p:ph type="pic" sz="quarter" idx="15"/>
          </p:nvPr>
        </p:nvSpPr>
        <p:spPr>
          <a:xfrm>
            <a:off x="5737593" y="0"/>
            <a:ext cx="6454407" cy="6399152"/>
          </a:xfrm>
          <a:custGeom>
            <a:avLst/>
            <a:gdLst>
              <a:gd name="connsiteX0" fmla="*/ 0 w 6454407"/>
              <a:gd name="connsiteY0" fmla="*/ 0 h 6399152"/>
              <a:gd name="connsiteX1" fmla="*/ 6454407 w 6454407"/>
              <a:gd name="connsiteY1" fmla="*/ 0 h 6399152"/>
              <a:gd name="connsiteX2" fmla="*/ 6454407 w 6454407"/>
              <a:gd name="connsiteY2" fmla="*/ 6399152 h 6399152"/>
              <a:gd name="connsiteX3" fmla="*/ 601996 w 6454407"/>
              <a:gd name="connsiteY3" fmla="*/ 6399152 h 6399152"/>
              <a:gd name="connsiteX4" fmla="*/ 0 w 6454407"/>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54407" h="6399152">
                <a:moveTo>
                  <a:pt x="0" y="0"/>
                </a:moveTo>
                <a:lnTo>
                  <a:pt x="6454407" y="0"/>
                </a:lnTo>
                <a:lnTo>
                  <a:pt x="6454407" y="6399152"/>
                </a:lnTo>
                <a:lnTo>
                  <a:pt x="601996" y="6399152"/>
                </a:lnTo>
                <a:cubicBezTo>
                  <a:pt x="269523" y="6399152"/>
                  <a:pt x="0" y="6129629"/>
                  <a:pt x="0" y="5797156"/>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65D8DDD-BB5E-4F5B-81F2-5E5F98B403C0}"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36834318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Content Photo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11155680" cy="970463"/>
          </a:xfrm>
        </p:spPr>
        <p:txBody>
          <a:bodyPr anchor="ctr"/>
          <a:lstStyle/>
          <a:p>
            <a:r>
              <a:rPr lang="en-US"/>
              <a:t>Click to edit Master title style</a:t>
            </a:r>
          </a:p>
        </p:txBody>
      </p:sp>
      <p:sp>
        <p:nvSpPr>
          <p:cNvPr id="9" name="Picture Placeholder 8">
            <a:extLst>
              <a:ext uri="{FF2B5EF4-FFF2-40B4-BE49-F238E27FC236}">
                <a16:creationId xmlns:a16="http://schemas.microsoft.com/office/drawing/2014/main" id="{19C22D85-D675-737B-9F54-B9D7FC819199}"/>
              </a:ext>
            </a:extLst>
          </p:cNvPr>
          <p:cNvSpPr>
            <a:spLocks noGrp="1"/>
          </p:cNvSpPr>
          <p:nvPr>
            <p:ph type="pic" sz="quarter" idx="15"/>
          </p:nvPr>
        </p:nvSpPr>
        <p:spPr>
          <a:xfrm>
            <a:off x="0" y="1828800"/>
            <a:ext cx="6707699" cy="5029200"/>
          </a:xfrm>
          <a:custGeom>
            <a:avLst/>
            <a:gdLst>
              <a:gd name="connsiteX0" fmla="*/ 0 w 6707699"/>
              <a:gd name="connsiteY0" fmla="*/ 0 h 5029200"/>
              <a:gd name="connsiteX1" fmla="*/ 6129259 w 6707699"/>
              <a:gd name="connsiteY1" fmla="*/ 0 h 5029200"/>
              <a:gd name="connsiteX2" fmla="*/ 6707699 w 6707699"/>
              <a:gd name="connsiteY2" fmla="*/ 578440 h 5029200"/>
              <a:gd name="connsiteX3" fmla="*/ 6707699 w 6707699"/>
              <a:gd name="connsiteY3" fmla="*/ 5029200 h 5029200"/>
              <a:gd name="connsiteX4" fmla="*/ 0 w 6707699"/>
              <a:gd name="connsiteY4" fmla="*/ 5029200 h 5029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07699" h="5029200">
                <a:moveTo>
                  <a:pt x="0" y="0"/>
                </a:moveTo>
                <a:lnTo>
                  <a:pt x="6129259" y="0"/>
                </a:lnTo>
                <a:cubicBezTo>
                  <a:pt x="6448723" y="0"/>
                  <a:pt x="6707699" y="258976"/>
                  <a:pt x="6707699" y="578440"/>
                </a:cubicBezTo>
                <a:lnTo>
                  <a:pt x="6707699" y="5029200"/>
                </a:lnTo>
                <a:lnTo>
                  <a:pt x="0" y="5029200"/>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389302" y="1828800"/>
            <a:ext cx="4196146" cy="4503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7389302" y="6492240"/>
            <a:ext cx="1280160" cy="338328"/>
          </a:xfrm>
        </p:spPr>
        <p:txBody>
          <a:bodyPr/>
          <a:lstStyle/>
          <a:p>
            <a:fld id="{083588C5-4E32-4E6E-80AB-32A6125C957F}"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669462" y="6492240"/>
            <a:ext cx="2888554" cy="338328"/>
          </a:xfr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09148742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820076" y="320040"/>
            <a:ext cx="6766560" cy="932688"/>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1B32E518-8213-A79A-7E36-BA4D782F8ED4}"/>
              </a:ext>
            </a:extLst>
          </p:cNvPr>
          <p:cNvSpPr>
            <a:spLocks noGrp="1"/>
          </p:cNvSpPr>
          <p:nvPr>
            <p:ph type="pic" sz="quarter" idx="15"/>
          </p:nvPr>
        </p:nvSpPr>
        <p:spPr>
          <a:xfrm>
            <a:off x="0" y="0"/>
            <a:ext cx="4147926" cy="6399152"/>
          </a:xfrm>
          <a:custGeom>
            <a:avLst/>
            <a:gdLst>
              <a:gd name="connsiteX0" fmla="*/ 0 w 4147926"/>
              <a:gd name="connsiteY0" fmla="*/ 0 h 6399152"/>
              <a:gd name="connsiteX1" fmla="*/ 4147926 w 4147926"/>
              <a:gd name="connsiteY1" fmla="*/ 0 h 6399152"/>
              <a:gd name="connsiteX2" fmla="*/ 4147926 w 4147926"/>
              <a:gd name="connsiteY2" fmla="*/ 5795922 h 6399152"/>
              <a:gd name="connsiteX3" fmla="*/ 3544696 w 4147926"/>
              <a:gd name="connsiteY3" fmla="*/ 6399152 h 6399152"/>
              <a:gd name="connsiteX4" fmla="*/ 0 w 4147926"/>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47926" h="6399152">
                <a:moveTo>
                  <a:pt x="0" y="0"/>
                </a:moveTo>
                <a:lnTo>
                  <a:pt x="4147926" y="0"/>
                </a:lnTo>
                <a:lnTo>
                  <a:pt x="4147926" y="5795922"/>
                </a:lnTo>
                <a:cubicBezTo>
                  <a:pt x="4147926" y="6129077"/>
                  <a:pt x="3877851" y="6399152"/>
                  <a:pt x="3544696"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820076" y="1380744"/>
            <a:ext cx="676656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B337EAFE-6A88-4B1F-9ABC-CA3CFB830DD6}"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72581340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Content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320040"/>
            <a:ext cx="6858000" cy="93268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380744"/>
            <a:ext cx="685800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22444857-0BC3-ACAE-DBB1-5D530AA35ED8}"/>
              </a:ext>
            </a:extLst>
          </p:cNvPr>
          <p:cNvSpPr>
            <a:spLocks noGrp="1"/>
          </p:cNvSpPr>
          <p:nvPr>
            <p:ph type="pic" sz="quarter" idx="15"/>
          </p:nvPr>
        </p:nvSpPr>
        <p:spPr>
          <a:xfrm>
            <a:off x="8046768" y="0"/>
            <a:ext cx="4145232" cy="6399152"/>
          </a:xfrm>
          <a:custGeom>
            <a:avLst/>
            <a:gdLst>
              <a:gd name="connsiteX0" fmla="*/ 0 w 4145232"/>
              <a:gd name="connsiteY0" fmla="*/ 0 h 6399152"/>
              <a:gd name="connsiteX1" fmla="*/ 4145232 w 4145232"/>
              <a:gd name="connsiteY1" fmla="*/ 0 h 6399152"/>
              <a:gd name="connsiteX2" fmla="*/ 4145232 w 4145232"/>
              <a:gd name="connsiteY2" fmla="*/ 6399152 h 6399152"/>
              <a:gd name="connsiteX3" fmla="*/ 603230 w 4145232"/>
              <a:gd name="connsiteY3" fmla="*/ 6399152 h 6399152"/>
              <a:gd name="connsiteX4" fmla="*/ 0 w 4145232"/>
              <a:gd name="connsiteY4" fmla="*/ 579592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45232" h="6399152">
                <a:moveTo>
                  <a:pt x="0" y="0"/>
                </a:moveTo>
                <a:lnTo>
                  <a:pt x="4145232" y="0"/>
                </a:lnTo>
                <a:lnTo>
                  <a:pt x="4145232" y="6399152"/>
                </a:lnTo>
                <a:lnTo>
                  <a:pt x="603230" y="6399152"/>
                </a:lnTo>
                <a:cubicBezTo>
                  <a:pt x="270075" y="6399152"/>
                  <a:pt x="0" y="6129077"/>
                  <a:pt x="0" y="5795922"/>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EF70683-5F2F-44F3-8B59-45258C4FD45A}"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0103976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Content Photo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39"/>
            <a:ext cx="4855464" cy="1453896"/>
          </a:xfrm>
        </p:spPr>
        <p:txBody>
          <a:bodyPr anchor="t"/>
          <a:lstStyle/>
          <a:p>
            <a:r>
              <a:rPr lang="en-US"/>
              <a:t>Click to edit Master title style</a:t>
            </a:r>
          </a:p>
        </p:txBody>
      </p:sp>
      <p:sp>
        <p:nvSpPr>
          <p:cNvPr id="11" name="Picture Placeholder 8">
            <a:extLst>
              <a:ext uri="{FF2B5EF4-FFF2-40B4-BE49-F238E27FC236}">
                <a16:creationId xmlns:a16="http://schemas.microsoft.com/office/drawing/2014/main" id="{C202BC3A-8633-9F03-1586-99447DA1CFF3}"/>
              </a:ext>
            </a:extLst>
          </p:cNvPr>
          <p:cNvSpPr>
            <a:spLocks noGrp="1"/>
          </p:cNvSpPr>
          <p:nvPr>
            <p:ph type="pic" sz="quarter" idx="15"/>
          </p:nvPr>
        </p:nvSpPr>
        <p:spPr>
          <a:xfrm>
            <a:off x="0" y="2293496"/>
            <a:ext cx="5285232" cy="4564504"/>
          </a:xfrm>
          <a:custGeom>
            <a:avLst/>
            <a:gdLst>
              <a:gd name="connsiteX0" fmla="*/ 0 w 5285232"/>
              <a:gd name="connsiteY0" fmla="*/ 0 h 4564504"/>
              <a:gd name="connsiteX1" fmla="*/ 4706792 w 5285232"/>
              <a:gd name="connsiteY1" fmla="*/ 0 h 4564504"/>
              <a:gd name="connsiteX2" fmla="*/ 5285232 w 5285232"/>
              <a:gd name="connsiteY2" fmla="*/ 578440 h 4564504"/>
              <a:gd name="connsiteX3" fmla="*/ 5285232 w 5285232"/>
              <a:gd name="connsiteY3" fmla="*/ 4564504 h 4564504"/>
              <a:gd name="connsiteX4" fmla="*/ 0 w 5285232"/>
              <a:gd name="connsiteY4" fmla="*/ 4564504 h 4564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85232" h="4564504">
                <a:moveTo>
                  <a:pt x="0" y="0"/>
                </a:moveTo>
                <a:lnTo>
                  <a:pt x="4706792" y="0"/>
                </a:lnTo>
                <a:cubicBezTo>
                  <a:pt x="5026256" y="0"/>
                  <a:pt x="5285232" y="258976"/>
                  <a:pt x="5285232" y="578440"/>
                </a:cubicBezTo>
                <a:lnTo>
                  <a:pt x="5285232" y="4564504"/>
                </a:lnTo>
                <a:lnTo>
                  <a:pt x="0" y="4564504"/>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49275"/>
            <a:ext cx="5585925" cy="57832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6096000" y="6492240"/>
            <a:ext cx="2651760" cy="338328"/>
          </a:xfrm>
        </p:spPr>
        <p:txBody>
          <a:bodyPr/>
          <a:lstStyle/>
          <a:p>
            <a:fld id="{813EDC87-0EBE-4D2E-8804-E5F0EDA0B797}"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7934489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Content Photo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50218"/>
            <a:ext cx="3827439" cy="1453896"/>
          </a:xfrm>
        </p:spPr>
        <p:txBody>
          <a:bodyPr anchor="t">
            <a:normAutofit/>
          </a:bodyPr>
          <a:lstStyle>
            <a:lvl1pPr>
              <a:defRPr sz="3200"/>
            </a:lvl1pPr>
          </a:lstStyle>
          <a:p>
            <a:r>
              <a:rPr lang="en-US"/>
              <a:t>Click to edit Master title style</a:t>
            </a:r>
          </a:p>
        </p:txBody>
      </p:sp>
      <p:sp>
        <p:nvSpPr>
          <p:cNvPr id="10" name="Picture Placeholder 8">
            <a:extLst>
              <a:ext uri="{FF2B5EF4-FFF2-40B4-BE49-F238E27FC236}">
                <a16:creationId xmlns:a16="http://schemas.microsoft.com/office/drawing/2014/main" id="{E211327B-3880-6494-1C8F-EEE1BF913B81}"/>
              </a:ext>
            </a:extLst>
          </p:cNvPr>
          <p:cNvSpPr>
            <a:spLocks noGrp="1"/>
          </p:cNvSpPr>
          <p:nvPr>
            <p:ph type="pic" sz="quarter" idx="15"/>
          </p:nvPr>
        </p:nvSpPr>
        <p:spPr>
          <a:xfrm>
            <a:off x="0" y="2293494"/>
            <a:ext cx="4176819" cy="4564506"/>
          </a:xfrm>
          <a:custGeom>
            <a:avLst/>
            <a:gdLst>
              <a:gd name="connsiteX0" fmla="*/ 0 w 4176819"/>
              <a:gd name="connsiteY0" fmla="*/ 0 h 4564506"/>
              <a:gd name="connsiteX1" fmla="*/ 3598379 w 4176819"/>
              <a:gd name="connsiteY1" fmla="*/ 0 h 4564506"/>
              <a:gd name="connsiteX2" fmla="*/ 4176819 w 4176819"/>
              <a:gd name="connsiteY2" fmla="*/ 578440 h 4564506"/>
              <a:gd name="connsiteX3" fmla="*/ 4176819 w 4176819"/>
              <a:gd name="connsiteY3" fmla="*/ 4564506 h 4564506"/>
              <a:gd name="connsiteX4" fmla="*/ 0 w 4176819"/>
              <a:gd name="connsiteY4" fmla="*/ 4564506 h 45645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6819" h="4564506">
                <a:moveTo>
                  <a:pt x="0" y="0"/>
                </a:moveTo>
                <a:lnTo>
                  <a:pt x="3598379" y="0"/>
                </a:lnTo>
                <a:cubicBezTo>
                  <a:pt x="3917843" y="0"/>
                  <a:pt x="4176819" y="258976"/>
                  <a:pt x="4176819" y="578440"/>
                </a:cubicBezTo>
                <a:lnTo>
                  <a:pt x="4176819" y="4564506"/>
                </a:lnTo>
                <a:lnTo>
                  <a:pt x="0" y="4564506"/>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20787" y="549275"/>
            <a:ext cx="6561138" cy="57881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5115073" y="6492240"/>
            <a:ext cx="2843784" cy="338328"/>
          </a:xfrm>
        </p:spPr>
        <p:txBody>
          <a:bodyPr/>
          <a:lstStyle/>
          <a:p>
            <a:fld id="{51CF56A9-FD41-47F4-80A0-DA74EEEC2541}"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8014961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ig Number">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493776" y="603504"/>
            <a:ext cx="11201400" cy="4206240"/>
          </a:xfrm>
        </p:spPr>
        <p:txBody>
          <a:bodyPr>
            <a:normAutofit/>
          </a:bodyPr>
          <a:lstStyle>
            <a:lvl1pPr algn="ctr">
              <a:defRPr sz="27800"/>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p>
            <a:fld id="{A4CBD270-9BF1-4C68-A7FA-BA016D8BB959}" type="datetime1">
              <a:rPr lang="en-US" smtClean="0"/>
              <a:t>1/15/2026</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p:nvPr>
        </p:nvSpPr>
        <p:spPr>
          <a:xfrm>
            <a:off x="1389888" y="4809744"/>
            <a:ext cx="9345168" cy="1225296"/>
          </a:xfrm>
        </p:spPr>
        <p:txBody>
          <a:bodyPr>
            <a:normAutofit/>
          </a:bodyPr>
          <a:lstStyle>
            <a:lvl1pPr marL="0" indent="0" algn="ctr">
              <a:buNone/>
              <a:defRPr sz="2800" cap="all" baseline="0"/>
            </a:lvl1pPr>
            <a:lvl2pPr marL="228600" indent="0" algn="ctr">
              <a:buNone/>
              <a:defRPr sz="2400" cap="all" baseline="0"/>
            </a:lvl2pPr>
            <a:lvl3pPr marL="457200" indent="0" algn="ctr">
              <a:buNone/>
              <a:defRPr sz="2000" cap="all" baseline="0"/>
            </a:lvl3pPr>
            <a:lvl4pPr marL="685800" indent="0" algn="ctr">
              <a:buNone/>
              <a:defRPr sz="1800" cap="all" baseline="0"/>
            </a:lvl4pPr>
            <a:lvl5pPr marL="914400" indent="0" algn="ctr">
              <a:buNone/>
              <a:defRPr sz="1600" cap="all"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019474003"/>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ig Number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539496" y="420624"/>
            <a:ext cx="11100816" cy="4334256"/>
          </a:xfrm>
        </p:spPr>
        <p:txBody>
          <a:bodyPr>
            <a:normAutofit/>
          </a:bodyPr>
          <a:lstStyle>
            <a:lvl1pPr algn="l">
              <a:defRPr sz="27800">
                <a:solidFill>
                  <a:schemeClr val="tx1"/>
                </a:solidFill>
              </a:defRPr>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1"/>
                </a:solidFill>
              </a:defRPr>
            </a:lvl1pPr>
          </a:lstStyle>
          <a:p>
            <a:fld id="{E023AFB7-90A6-428C-A019-BBE6272496B8}" type="datetime1">
              <a:rPr lang="en-US" smtClean="0"/>
              <a:t>1/15/2026</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621792" y="4873752"/>
            <a:ext cx="8439912" cy="1490472"/>
          </a:xfrm>
        </p:spPr>
        <p:txBody>
          <a:bodyPr>
            <a:normAutofit/>
          </a:bodyPr>
          <a:lstStyle>
            <a:lvl1pPr marL="0" indent="0" algn="l">
              <a:buNone/>
              <a:defRPr sz="2800" cap="all" baseline="0">
                <a:solidFill>
                  <a:schemeClr val="tx1"/>
                </a:solidFill>
              </a:defRPr>
            </a:lvl1pPr>
            <a:lvl2pPr marL="228600" indent="0" algn="l">
              <a:buNone/>
              <a:defRPr sz="2400" cap="all" baseline="0">
                <a:solidFill>
                  <a:schemeClr val="tx1"/>
                </a:solidFill>
              </a:defRPr>
            </a:lvl2pPr>
            <a:lvl3pPr marL="457200" indent="0" algn="l">
              <a:buNone/>
              <a:defRPr sz="2000" cap="all" baseline="0">
                <a:solidFill>
                  <a:schemeClr val="tx1"/>
                </a:solidFill>
              </a:defRPr>
            </a:lvl3pPr>
            <a:lvl4pPr marL="685800" indent="0" algn="l">
              <a:buNone/>
              <a:defRPr sz="1800" cap="all" baseline="0">
                <a:solidFill>
                  <a:schemeClr val="tx1"/>
                </a:solidFill>
              </a:defRPr>
            </a:lvl4pPr>
            <a:lvl5pPr marL="914400" indent="0" algn="l">
              <a:buNone/>
              <a:defRPr sz="1600" cap="all" baseline="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49397900"/>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ig Number 3">
    <p:bg>
      <p:bgRef idx="1001">
        <a:schemeClr val="bg1"/>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3193DB7D-955F-21DF-15DA-4285375617FC}"/>
              </a:ext>
            </a:extLst>
          </p:cNvPr>
          <p:cNvSpPr/>
          <p:nvPr userDrawn="1"/>
        </p:nvSpPr>
        <p:spPr>
          <a:xfrm>
            <a:off x="1" y="4783948"/>
            <a:ext cx="11762231" cy="2074052"/>
          </a:xfrm>
          <a:custGeom>
            <a:avLst/>
            <a:gdLst>
              <a:gd name="connsiteX0" fmla="*/ 0 w 11762231"/>
              <a:gd name="connsiteY0" fmla="*/ 0 h 2074052"/>
              <a:gd name="connsiteX1" fmla="*/ 112775 w 11762231"/>
              <a:gd name="connsiteY1" fmla="*/ 0 h 2074052"/>
              <a:gd name="connsiteX2" fmla="*/ 11102489 w 11762231"/>
              <a:gd name="connsiteY2" fmla="*/ 0 h 2074052"/>
              <a:gd name="connsiteX3" fmla="*/ 11437005 w 11762231"/>
              <a:gd name="connsiteY3" fmla="*/ 0 h 2074052"/>
              <a:gd name="connsiteX4" fmla="*/ 11762231 w 11762231"/>
              <a:gd name="connsiteY4" fmla="*/ 325226 h 2074052"/>
              <a:gd name="connsiteX5" fmla="*/ 11762231 w 11762231"/>
              <a:gd name="connsiteY5" fmla="*/ 2074052 h 2074052"/>
              <a:gd name="connsiteX6" fmla="*/ 11427715 w 11762231"/>
              <a:gd name="connsiteY6" fmla="*/ 2074052 h 2074052"/>
              <a:gd name="connsiteX7" fmla="*/ 112775 w 11762231"/>
              <a:gd name="connsiteY7" fmla="*/ 2074052 h 2074052"/>
              <a:gd name="connsiteX8" fmla="*/ 0 w 11762231"/>
              <a:gd name="connsiteY8" fmla="*/ 2074052 h 2074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762231" h="2074052">
                <a:moveTo>
                  <a:pt x="0" y="0"/>
                </a:moveTo>
                <a:lnTo>
                  <a:pt x="112775" y="0"/>
                </a:lnTo>
                <a:lnTo>
                  <a:pt x="11102489" y="0"/>
                </a:lnTo>
                <a:lnTo>
                  <a:pt x="11437005" y="0"/>
                </a:lnTo>
                <a:cubicBezTo>
                  <a:pt x="11616622" y="0"/>
                  <a:pt x="11762231" y="145609"/>
                  <a:pt x="11762231" y="325226"/>
                </a:cubicBezTo>
                <a:lnTo>
                  <a:pt x="11762231" y="2074052"/>
                </a:lnTo>
                <a:lnTo>
                  <a:pt x="11427715" y="2074052"/>
                </a:lnTo>
                <a:lnTo>
                  <a:pt x="112775" y="2074052"/>
                </a:lnTo>
                <a:lnTo>
                  <a:pt x="0" y="2074052"/>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539496" y="420624"/>
            <a:ext cx="11100816" cy="4334256"/>
          </a:xfrm>
        </p:spPr>
        <p:txBody>
          <a:bodyPr>
            <a:normAutofit/>
          </a:bodyPr>
          <a:lstStyle>
            <a:lvl1pPr algn="l">
              <a:defRPr sz="27800">
                <a:solidFill>
                  <a:schemeClr val="tx1"/>
                </a:solidFill>
              </a:defRPr>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1"/>
                </a:solidFill>
              </a:defRPr>
            </a:lvl1pPr>
          </a:lstStyle>
          <a:p>
            <a:fld id="{09E47A9E-7C3C-4663-841E-C89520FA85A3}" type="datetime1">
              <a:rPr lang="en-US" smtClean="0"/>
              <a:t>1/15/2026</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a:xfrm>
            <a:off x="8430768" y="6492240"/>
            <a:ext cx="2660904" cy="338328"/>
          </a:xfrm>
        </p:spPr>
        <p:txBody>
          <a:bodyPr/>
          <a:lstStyle>
            <a:lvl1pPr>
              <a:defRPr>
                <a:solidFill>
                  <a:schemeClr val="tx1"/>
                </a:solidFill>
              </a:defRPr>
            </a:lvl1p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a:xfrm>
            <a:off x="11183112" y="6492240"/>
            <a:ext cx="457200" cy="338328"/>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621792" y="4873752"/>
            <a:ext cx="8439912" cy="1589420"/>
          </a:xfrm>
        </p:spPr>
        <p:txBody>
          <a:bodyPr anchor="ctr">
            <a:normAutofit/>
          </a:bodyPr>
          <a:lstStyle>
            <a:lvl1pPr marL="0" indent="0" algn="l">
              <a:buNone/>
              <a:defRPr sz="2800" cap="all" baseline="0">
                <a:solidFill>
                  <a:schemeClr val="tx1"/>
                </a:solidFill>
              </a:defRPr>
            </a:lvl1pPr>
            <a:lvl2pPr marL="228600" indent="0" algn="l">
              <a:buNone/>
              <a:defRPr sz="2400" cap="all" baseline="0">
                <a:solidFill>
                  <a:schemeClr val="tx1"/>
                </a:solidFill>
              </a:defRPr>
            </a:lvl2pPr>
            <a:lvl3pPr marL="457200" indent="0" algn="l">
              <a:buNone/>
              <a:defRPr sz="2000" cap="all" baseline="0">
                <a:solidFill>
                  <a:schemeClr val="tx1"/>
                </a:solidFill>
              </a:defRPr>
            </a:lvl3pPr>
            <a:lvl4pPr marL="685800" indent="0" algn="l">
              <a:buNone/>
              <a:defRPr sz="1800" cap="all" baseline="0">
                <a:solidFill>
                  <a:schemeClr val="tx1"/>
                </a:solidFill>
              </a:defRPr>
            </a:lvl4pPr>
            <a:lvl5pPr marL="914400" indent="0" algn="l">
              <a:buNone/>
              <a:defRPr sz="1600" cap="all" baseline="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58844862"/>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atem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42FED8FD-3F8D-425F-9991-7FB6FCCEC5A2}" type="datetime1">
              <a:rPr lang="en-US" smtClean="0"/>
              <a:t>1/15/2026</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lvl1pPr>
            <a:lvl2pPr marL="228600" indent="0">
              <a:lnSpc>
                <a:spcPct val="100000"/>
              </a:lnSpc>
              <a:buNone/>
              <a:defRPr sz="4800" b="1"/>
            </a:lvl2pPr>
            <a:lvl3pPr marL="457200" indent="0">
              <a:lnSpc>
                <a:spcPct val="100000"/>
              </a:lnSpc>
              <a:buNone/>
              <a:defRPr sz="4400" b="1"/>
            </a:lvl3pPr>
            <a:lvl4pPr marL="685800" indent="0">
              <a:lnSpc>
                <a:spcPct val="100000"/>
              </a:lnSpc>
              <a:buNone/>
              <a:defRPr sz="4000" b="1"/>
            </a:lvl4pPr>
            <a:lvl5pPr marL="914400" indent="0">
              <a:lnSpc>
                <a:spcPct val="100000"/>
              </a:lnSpc>
              <a:buNone/>
              <a:defRPr sz="36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6062616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tatement 2">
    <p:spTree>
      <p:nvGrpSpPr>
        <p:cNvPr id="1" name=""/>
        <p:cNvGrpSpPr/>
        <p:nvPr/>
      </p:nvGrpSpPr>
      <p:grpSpPr>
        <a:xfrm>
          <a:off x="0" y="0"/>
          <a:ext cx="0" cy="0"/>
          <a:chOff x="0" y="0"/>
          <a:chExt cx="0" cy="0"/>
        </a:xfrm>
      </p:grpSpPr>
      <p:sp>
        <p:nvSpPr>
          <p:cNvPr id="16" name="Freeform: Shape 15">
            <a:extLst>
              <a:ext uri="{FF2B5EF4-FFF2-40B4-BE49-F238E27FC236}">
                <a16:creationId xmlns:a16="http://schemas.microsoft.com/office/drawing/2014/main" id="{860B29AE-EBEF-71CC-AE38-3B2CD14FCA19}"/>
              </a:ext>
            </a:extLst>
          </p:cNvPr>
          <p:cNvSpPr/>
          <p:nvPr userDrawn="1"/>
        </p:nvSpPr>
        <p:spPr>
          <a:xfrm rot="5400000" flipV="1">
            <a:off x="-2566724" y="2566724"/>
            <a:ext cx="6399213" cy="1265765"/>
          </a:xfrm>
          <a:custGeom>
            <a:avLst/>
            <a:gdLst>
              <a:gd name="connsiteX0" fmla="*/ 0 w 6399213"/>
              <a:gd name="connsiteY0" fmla="*/ 0 h 1265765"/>
              <a:gd name="connsiteX1" fmla="*/ 0 w 6399213"/>
              <a:gd name="connsiteY1" fmla="*/ 1265765 h 1265765"/>
              <a:gd name="connsiteX2" fmla="*/ 5982881 w 6399213"/>
              <a:gd name="connsiteY2" fmla="*/ 1265765 h 1265765"/>
              <a:gd name="connsiteX3" fmla="*/ 6399213 w 6399213"/>
              <a:gd name="connsiteY3" fmla="*/ 849433 h 1265765"/>
              <a:gd name="connsiteX4" fmla="*/ 6399213 w 6399213"/>
              <a:gd name="connsiteY4" fmla="*/ 0 h 12657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99213" h="1265765">
                <a:moveTo>
                  <a:pt x="0" y="0"/>
                </a:moveTo>
                <a:lnTo>
                  <a:pt x="0" y="1265765"/>
                </a:lnTo>
                <a:lnTo>
                  <a:pt x="5982881" y="1265765"/>
                </a:lnTo>
                <a:cubicBezTo>
                  <a:pt x="6212815" y="1265765"/>
                  <a:pt x="6399213" y="1079367"/>
                  <a:pt x="6399213" y="849433"/>
                </a:cubicBezTo>
                <a:lnTo>
                  <a:pt x="6399213" y="0"/>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BD6B3E3-A05B-4311-9C9A-DA8A512CAB97}" type="datetime1">
              <a:rPr lang="en-US" smtClean="0"/>
              <a:t>1/15/2026</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798217" y="630935"/>
            <a:ext cx="8266176" cy="5605272"/>
          </a:xfrm>
        </p:spPr>
        <p:txBody>
          <a:bodyPr anchor="ctr">
            <a:normAutofit/>
          </a:bodyPr>
          <a:lstStyle>
            <a:lvl1pPr marL="0" indent="0">
              <a:lnSpc>
                <a:spcPct val="100000"/>
              </a:lnSpc>
              <a:buNone/>
              <a:defRPr sz="5400" b="1"/>
            </a:lvl1pPr>
            <a:lvl2pPr marL="228600" indent="0">
              <a:lnSpc>
                <a:spcPct val="100000"/>
              </a:lnSpc>
              <a:buNone/>
              <a:defRPr sz="4800" b="1"/>
            </a:lvl2pPr>
            <a:lvl3pPr marL="457200" indent="0">
              <a:lnSpc>
                <a:spcPct val="100000"/>
              </a:lnSpc>
              <a:buNone/>
              <a:defRPr sz="4400" b="1"/>
            </a:lvl3pPr>
            <a:lvl4pPr marL="685800" indent="0">
              <a:lnSpc>
                <a:spcPct val="100000"/>
              </a:lnSpc>
              <a:buNone/>
              <a:defRPr sz="4000" b="1"/>
            </a:lvl4pPr>
            <a:lvl5pPr marL="914400" indent="0">
              <a:lnSpc>
                <a:spcPct val="100000"/>
              </a:lnSpc>
              <a:buNone/>
              <a:defRPr sz="36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485376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tatement 3">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1CEC059F-651D-D540-DF60-D6361D9C716B}"/>
              </a:ext>
            </a:extLst>
          </p:cNvPr>
          <p:cNvSpPr/>
          <p:nvPr userDrawn="1"/>
        </p:nvSpPr>
        <p:spPr>
          <a:xfrm flipV="1">
            <a:off x="1" y="6099048"/>
            <a:ext cx="10487111" cy="758952"/>
          </a:xfrm>
          <a:custGeom>
            <a:avLst/>
            <a:gdLst>
              <a:gd name="connsiteX0" fmla="*/ 0 w 10487111"/>
              <a:gd name="connsiteY0" fmla="*/ 758952 h 758952"/>
              <a:gd name="connsiteX1" fmla="*/ 10070779 w 10487111"/>
              <a:gd name="connsiteY1" fmla="*/ 758952 h 758952"/>
              <a:gd name="connsiteX2" fmla="*/ 10487111 w 10487111"/>
              <a:gd name="connsiteY2" fmla="*/ 342620 h 758952"/>
              <a:gd name="connsiteX3" fmla="*/ 10487111 w 10487111"/>
              <a:gd name="connsiteY3" fmla="*/ 0 h 758952"/>
              <a:gd name="connsiteX4" fmla="*/ 0 w 10487111"/>
              <a:gd name="connsiteY4" fmla="*/ 0 h 758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7111" h="758952">
                <a:moveTo>
                  <a:pt x="0" y="758952"/>
                </a:moveTo>
                <a:lnTo>
                  <a:pt x="10070779" y="758952"/>
                </a:lnTo>
                <a:cubicBezTo>
                  <a:pt x="10300713" y="758952"/>
                  <a:pt x="10487111" y="572554"/>
                  <a:pt x="10487111" y="342620"/>
                </a:cubicBezTo>
                <a:lnTo>
                  <a:pt x="10487111" y="0"/>
                </a:lnTo>
                <a:lnTo>
                  <a:pt x="0" y="0"/>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FAEFBAE2-1C27-41D0-8DBA-D202F753417F}" type="datetime1">
              <a:rPr lang="en-US" smtClean="0"/>
              <a:t>1/15/2026</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7068312" y="6492240"/>
            <a:ext cx="2660904" cy="338328"/>
          </a:xfrm>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9820656" y="6492240"/>
            <a:ext cx="457200" cy="338328"/>
          </a:xfrm>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283464" y="1596767"/>
            <a:ext cx="9537192" cy="4142232"/>
          </a:xfrm>
        </p:spPr>
        <p:txBody>
          <a:bodyPr anchor="b">
            <a:normAutofit/>
          </a:bodyPr>
          <a:lstStyle>
            <a:lvl1pPr marL="0" indent="0">
              <a:lnSpc>
                <a:spcPct val="100000"/>
              </a:lnSpc>
              <a:buNone/>
              <a:defRPr sz="6000" b="1"/>
            </a:lvl1pPr>
            <a:lvl2pPr marL="228600" indent="0">
              <a:lnSpc>
                <a:spcPct val="100000"/>
              </a:lnSpc>
              <a:buNone/>
              <a:defRPr sz="5400" b="1"/>
            </a:lvl2pPr>
            <a:lvl3pPr marL="457200" indent="0">
              <a:lnSpc>
                <a:spcPct val="100000"/>
              </a:lnSpc>
              <a:buNone/>
              <a:defRPr sz="4800" b="1"/>
            </a:lvl3pPr>
            <a:lvl4pPr marL="685800" indent="0">
              <a:lnSpc>
                <a:spcPct val="100000"/>
              </a:lnSpc>
              <a:buNone/>
              <a:defRPr sz="4400" b="1"/>
            </a:lvl4pPr>
            <a:lvl5pPr marL="914400" indent="0">
              <a:lnSpc>
                <a:spcPct val="100000"/>
              </a:lnSpc>
              <a:buNone/>
              <a:defRPr sz="40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12212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499616" y="1524002"/>
            <a:ext cx="9198864" cy="2871216"/>
          </a:xfrm>
        </p:spPr>
        <p:txBody>
          <a:bodyPr anchor="ctr">
            <a:normAutofit/>
          </a:bodyPr>
          <a:lstStyle>
            <a:lvl1pPr>
              <a:lnSpc>
                <a:spcPct val="110000"/>
              </a:lnSpc>
              <a:defRPr sz="4000" cap="none" baseline="0"/>
            </a:lvl1pPr>
          </a:lstStyle>
          <a:p>
            <a:r>
              <a:rPr lang="en-US"/>
              <a:t>Click to edit Quote</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p>
            <a:fld id="{6A453612-8941-41EA-ABBA-F717A06C8346}" type="datetime1">
              <a:rPr lang="en-US" smtClean="0"/>
              <a:t>1/15/2026</a:t>
            </a:fld>
            <a:endParaRPr lang="en-US" dirty="0"/>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499616" y="5376672"/>
            <a:ext cx="9198864" cy="466344"/>
          </a:xfrm>
        </p:spPr>
        <p:txBody>
          <a:bodyPr>
            <a:normAutofit/>
          </a:bodyPr>
          <a:lstStyle>
            <a:lvl1pPr marL="0" indent="0">
              <a:buNone/>
              <a:defRPr sz="2200" b="1" cap="all" baseline="0">
                <a:solidFill>
                  <a:schemeClr val="accent1"/>
                </a:solidFill>
              </a:defRPr>
            </a:lvl1pPr>
            <a:lvl2pPr marL="228600" indent="0">
              <a:buNone/>
              <a:defRPr sz="2000" b="1" cap="all" baseline="0">
                <a:solidFill>
                  <a:schemeClr val="accent1"/>
                </a:solidFill>
              </a:defRPr>
            </a:lvl2pPr>
            <a:lvl3pPr marL="457200" indent="0">
              <a:buNone/>
              <a:defRPr sz="1800" b="1" cap="all" baseline="0">
                <a:solidFill>
                  <a:schemeClr val="accent1"/>
                </a:solidFill>
              </a:defRPr>
            </a:lvl3pPr>
            <a:lvl4pPr marL="685800" indent="0">
              <a:buNone/>
              <a:defRPr sz="1600" b="1" cap="all" baseline="0">
                <a:solidFill>
                  <a:schemeClr val="accent1"/>
                </a:solidFill>
              </a:defRPr>
            </a:lvl4pPr>
            <a:lvl5pPr marL="914400" indent="0">
              <a:buNone/>
              <a:defRPr sz="1400" b="1" cap="all" baseline="0">
                <a:solidFill>
                  <a:schemeClr val="accent1"/>
                </a:solidFill>
              </a:defRPr>
            </a:lvl5pPr>
          </a:lstStyle>
          <a:p>
            <a:pPr lvl="0"/>
            <a:r>
              <a:rPr lang="en-US"/>
              <a:t>Quote Author</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021510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19D41517-889E-CBB7-FD17-C5FECA783B2A}"/>
              </a:ext>
            </a:extLst>
          </p:cNvPr>
          <p:cNvSpPr/>
          <p:nvPr userDrawn="1"/>
        </p:nvSpPr>
        <p:spPr>
          <a:xfrm flipV="1">
            <a:off x="0" y="823828"/>
            <a:ext cx="11385608" cy="6034172"/>
          </a:xfrm>
          <a:custGeom>
            <a:avLst/>
            <a:gdLst>
              <a:gd name="connsiteX0" fmla="*/ 0 w 11385608"/>
              <a:gd name="connsiteY0" fmla="*/ 6034172 h 6034172"/>
              <a:gd name="connsiteX1" fmla="*/ 10969276 w 11385608"/>
              <a:gd name="connsiteY1" fmla="*/ 6034172 h 6034172"/>
              <a:gd name="connsiteX2" fmla="*/ 11385608 w 11385608"/>
              <a:gd name="connsiteY2" fmla="*/ 5617840 h 6034172"/>
              <a:gd name="connsiteX3" fmla="*/ 11385608 w 11385608"/>
              <a:gd name="connsiteY3" fmla="*/ 0 h 6034172"/>
              <a:gd name="connsiteX4" fmla="*/ 0 w 11385608"/>
              <a:gd name="connsiteY4" fmla="*/ 0 h 60341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85608" h="6034172">
                <a:moveTo>
                  <a:pt x="0" y="6034172"/>
                </a:moveTo>
                <a:lnTo>
                  <a:pt x="10969276" y="6034172"/>
                </a:lnTo>
                <a:cubicBezTo>
                  <a:pt x="11199210" y="6034172"/>
                  <a:pt x="11385608" y="5847774"/>
                  <a:pt x="11385608" y="5617840"/>
                </a:cubicBezTo>
                <a:lnTo>
                  <a:pt x="11385608" y="0"/>
                </a:lnTo>
                <a:lnTo>
                  <a:pt x="0" y="0"/>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429768" y="1783080"/>
            <a:ext cx="8499079" cy="2249424"/>
          </a:xfrm>
        </p:spPr>
        <p:txBody>
          <a:bodyPr anchor="t">
            <a:normAutofit/>
          </a:bodyPr>
          <a:lstStyle>
            <a:lvl1pPr>
              <a:lnSpc>
                <a:spcPct val="100000"/>
              </a:lnSpc>
              <a:defRPr sz="3600" cap="none" baseline="0"/>
            </a:lvl1pPr>
          </a:lstStyle>
          <a:p>
            <a:r>
              <a:rPr lang="en-US"/>
              <a:t>Click to edit Quote</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p>
            <a:fld id="{73D6CD22-E4B3-48A1-94CA-B89DB574ED80}" type="datetime1">
              <a:rPr lang="en-US" smtClean="0"/>
              <a:t>1/15/2026</a:t>
            </a:fld>
            <a:endParaRPr lang="en-US" dirty="0"/>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a:xfrm>
            <a:off x="8669124" y="6492240"/>
            <a:ext cx="2660904" cy="338328"/>
          </a:xfrm>
        </p:spPr>
        <p:txBody>
          <a:bodyPr/>
          <a:lstStyle/>
          <a:p>
            <a:r>
              <a:rPr lang="en-US" dirty="0"/>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a:xfrm>
            <a:off x="11421468" y="6492240"/>
            <a:ext cx="457200" cy="338328"/>
          </a:xfrm>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429768" y="5120640"/>
            <a:ext cx="5431536" cy="1289304"/>
          </a:xfrm>
        </p:spPr>
        <p:txBody>
          <a:bodyPr vert="horz" lIns="91440" tIns="45720" rIns="91440" bIns="45720" rtlCol="0" anchor="ctr">
            <a:normAutofit/>
          </a:bodyPr>
          <a:lstStyle>
            <a:lvl1pPr marL="0" indent="0">
              <a:buNone/>
              <a:defRPr lang="en-US" b="1" cap="all" baseline="0" dirty="0"/>
            </a:lvl1pPr>
            <a:lvl2pPr marL="228600" indent="0">
              <a:buNone/>
              <a:defRPr lang="en-US" b="1" cap="all" baseline="0" dirty="0"/>
            </a:lvl2pPr>
            <a:lvl3pPr marL="457200" indent="0">
              <a:buNone/>
              <a:defRPr lang="en-US" b="1" cap="all" baseline="0" dirty="0"/>
            </a:lvl3pPr>
            <a:lvl4pPr marL="685800" indent="0">
              <a:buNone/>
              <a:defRPr lang="en-US" b="1" cap="all" baseline="0" dirty="0"/>
            </a:lvl4pPr>
            <a:lvl5pPr marL="914400" indent="0">
              <a:buNone/>
              <a:defRPr lang="en-US" b="1" cap="all" baseline="0" dirty="0"/>
            </a:lvl5pPr>
          </a:lstStyle>
          <a:p>
            <a:pPr lvl="0"/>
            <a:r>
              <a:rPr lang="en-US"/>
              <a:t>Quote Author</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4507681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clusio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429768"/>
            <a:ext cx="10890374" cy="1627632"/>
          </a:xfrm>
        </p:spPr>
        <p:txBody>
          <a:bodyPr anchor="t">
            <a:norm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429768" y="3264408"/>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7C38B47-093E-417D-A1C3-81EEF797AC69}" type="datetime1">
              <a:rPr lang="en-US" smtClean="0"/>
              <a:t>1/15/2026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085386472"/>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27318"/>
            <a:ext cx="8430768" cy="1842020"/>
          </a:xfrm>
        </p:spPr>
        <p:txBody>
          <a:bodyPr anchor="b">
            <a:normAutofit/>
          </a:bodyPr>
          <a:lstStyle>
            <a:lvl1pPr>
              <a:defRPr sz="6000"/>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29768" y="3622673"/>
            <a:ext cx="8430768" cy="182880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A250925D-4314-49E4-A383-289640FEB5E3}" type="datetime1">
              <a:rPr lang="en-US" smtClean="0"/>
              <a:t>1/15/2026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974152528"/>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294248"/>
            <a:ext cx="11164825" cy="958480"/>
          </a:xfrm>
        </p:spPr>
        <p:txBody>
          <a:bodyPr/>
          <a:lstStyle/>
          <a:p>
            <a:r>
              <a:rPr lang="en-US"/>
              <a:t>Click to edit Master title style</a:t>
            </a:r>
          </a:p>
        </p:txBody>
      </p:sp>
      <p:sp>
        <p:nvSpPr>
          <p:cNvPr id="9" name="Text Placeholder 8">
            <a:extLst>
              <a:ext uri="{FF2B5EF4-FFF2-40B4-BE49-F238E27FC236}">
                <a16:creationId xmlns:a16="http://schemas.microsoft.com/office/drawing/2014/main" id="{778C515B-8D5A-0268-9044-7B2013C87E02}"/>
              </a:ext>
            </a:extLst>
          </p:cNvPr>
          <p:cNvSpPr>
            <a:spLocks noGrp="1"/>
          </p:cNvSpPr>
          <p:nvPr>
            <p:ph type="body" sz="quarter" idx="13"/>
          </p:nvPr>
        </p:nvSpPr>
        <p:spPr>
          <a:xfrm>
            <a:off x="429767" y="2020825"/>
            <a:ext cx="5212208" cy="42847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0">
            <a:extLst>
              <a:ext uri="{FF2B5EF4-FFF2-40B4-BE49-F238E27FC236}">
                <a16:creationId xmlns:a16="http://schemas.microsoft.com/office/drawing/2014/main" id="{13C7061A-8ED7-8B72-BD2B-2DF67F8C7A75}"/>
              </a:ext>
            </a:extLst>
          </p:cNvPr>
          <p:cNvSpPr>
            <a:spLocks noGrp="1"/>
          </p:cNvSpPr>
          <p:nvPr>
            <p:ph type="body" sz="quarter" idx="14"/>
          </p:nvPr>
        </p:nvSpPr>
        <p:spPr>
          <a:xfrm>
            <a:off x="6381622" y="2020822"/>
            <a:ext cx="5212208" cy="42847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EE2C59E0-667A-459A-BBD1-70DA72C3C576}" type="datetime1">
              <a:rPr lang="en-US" smtClean="0"/>
              <a:t>1/15/2026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1802974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29768" y="276166"/>
            <a:ext cx="11164824" cy="97656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29767"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A211279F-0D05-3637-19CD-29468F4DD2F3}"/>
              </a:ext>
            </a:extLst>
          </p:cNvPr>
          <p:cNvSpPr>
            <a:spLocks noGrp="1"/>
          </p:cNvSpPr>
          <p:nvPr>
            <p:ph type="body" sz="quarter" idx="13"/>
          </p:nvPr>
        </p:nvSpPr>
        <p:spPr>
          <a:xfrm>
            <a:off x="430213" y="2021134"/>
            <a:ext cx="5211762" cy="43431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82512"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Text Placeholder 12">
            <a:extLst>
              <a:ext uri="{FF2B5EF4-FFF2-40B4-BE49-F238E27FC236}">
                <a16:creationId xmlns:a16="http://schemas.microsoft.com/office/drawing/2014/main" id="{F1B170DE-636A-B1A9-2EAB-C426DBFB3E51}"/>
              </a:ext>
            </a:extLst>
          </p:cNvPr>
          <p:cNvSpPr>
            <a:spLocks noGrp="1"/>
          </p:cNvSpPr>
          <p:nvPr>
            <p:ph type="body" sz="quarter" idx="14"/>
          </p:nvPr>
        </p:nvSpPr>
        <p:spPr>
          <a:xfrm>
            <a:off x="6381750" y="2020888"/>
            <a:ext cx="521335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706CC00B-2F01-4379-B0FD-8DA094C16FA4}" type="datetime1">
              <a:rPr lang="en-US" smtClean="0"/>
              <a:t>1/15/2026</a:t>
            </a:fld>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dirty="0"/>
              <a:t>Sample Footer Text</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89198341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29768" y="557784"/>
            <a:ext cx="3713996" cy="2212313"/>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29767"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3" name="Picture Placeholder 8">
            <a:extLst>
              <a:ext uri="{FF2B5EF4-FFF2-40B4-BE49-F238E27FC236}">
                <a16:creationId xmlns:a16="http://schemas.microsoft.com/office/drawing/2014/main" id="{FA23F0E6-EDAF-3A7F-5EC8-F911E9AE48EF}"/>
              </a:ext>
            </a:extLst>
          </p:cNvPr>
          <p:cNvSpPr>
            <a:spLocks noGrp="1"/>
          </p:cNvSpPr>
          <p:nvPr>
            <p:ph type="pic" sz="quarter" idx="13"/>
          </p:nvPr>
        </p:nvSpPr>
        <p:spPr>
          <a:xfrm>
            <a:off x="4502843" y="0"/>
            <a:ext cx="7689157" cy="6399152"/>
          </a:xfrm>
          <a:custGeom>
            <a:avLst/>
            <a:gdLst>
              <a:gd name="connsiteX0" fmla="*/ 0 w 7689157"/>
              <a:gd name="connsiteY0" fmla="*/ 0 h 6399152"/>
              <a:gd name="connsiteX1" fmla="*/ 7689157 w 7689157"/>
              <a:gd name="connsiteY1" fmla="*/ 0 h 6399152"/>
              <a:gd name="connsiteX2" fmla="*/ 7689157 w 7689157"/>
              <a:gd name="connsiteY2" fmla="*/ 6399152 h 6399152"/>
              <a:gd name="connsiteX3" fmla="*/ 578440 w 7689157"/>
              <a:gd name="connsiteY3" fmla="*/ 6399152 h 6399152"/>
              <a:gd name="connsiteX4" fmla="*/ 0 w 7689157"/>
              <a:gd name="connsiteY4" fmla="*/ 582071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89157" h="6399152">
                <a:moveTo>
                  <a:pt x="0" y="0"/>
                </a:moveTo>
                <a:lnTo>
                  <a:pt x="7689157" y="0"/>
                </a:lnTo>
                <a:lnTo>
                  <a:pt x="7689157" y="6399152"/>
                </a:lnTo>
                <a:lnTo>
                  <a:pt x="578440" y="6399152"/>
                </a:lnTo>
                <a:cubicBezTo>
                  <a:pt x="258976" y="6399152"/>
                  <a:pt x="0" y="6140176"/>
                  <a:pt x="0" y="5820712"/>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5019F103-9E7C-4D5A-827C-0D2D66EE1CD2}" type="datetime1">
              <a:rPr lang="en-US" smtClean="0"/>
              <a:t>1/15/2026</a:t>
            </a:fld>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1386644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31173" y="285210"/>
            <a:ext cx="10653578" cy="965101"/>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31172" y="1384847"/>
            <a:ext cx="10653579" cy="49051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431172" y="6490524"/>
            <a:ext cx="2841959" cy="336141"/>
          </a:xfrm>
          <a:prstGeom prst="rect">
            <a:avLst/>
          </a:prstGeom>
        </p:spPr>
        <p:txBody>
          <a:bodyPr vert="horz" lIns="91440" tIns="45720" rIns="91440" bIns="45720" rtlCol="0" anchor="ctr"/>
          <a:lstStyle>
            <a:lvl1pPr algn="l">
              <a:defRPr sz="800">
                <a:solidFill>
                  <a:schemeClr val="tx1"/>
                </a:solidFill>
              </a:defRPr>
            </a:lvl1pPr>
          </a:lstStyle>
          <a:p>
            <a:fld id="{072E1B28-DB45-4001-B295-7D7933E04419}" type="datetime1">
              <a:rPr lang="en-US" smtClean="0"/>
              <a:t>1/15/2026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93370" y="6490524"/>
            <a:ext cx="2662834" cy="336141"/>
          </a:xfrm>
          <a:prstGeom prst="rect">
            <a:avLst/>
          </a:prstGeom>
        </p:spPr>
        <p:txBody>
          <a:bodyPr vert="horz" lIns="91440" tIns="45720" rIns="91440" bIns="45720" rtlCol="0" anchor="ctr"/>
          <a:lstStyle>
            <a:lvl1pPr algn="r">
              <a:defRPr sz="800">
                <a:solidFill>
                  <a:schemeClr val="tx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48431" y="6490524"/>
            <a:ext cx="457200" cy="336141"/>
          </a:xfrm>
          <a:prstGeom prst="rect">
            <a:avLst/>
          </a:prstGeom>
        </p:spPr>
        <p:txBody>
          <a:bodyPr vert="horz" lIns="91440" tIns="45720" rIns="91440" bIns="45720" rtlCol="0" anchor="ctr"/>
          <a:lstStyle>
            <a:lvl1pPr algn="r">
              <a:defRPr sz="800">
                <a:solidFill>
                  <a:schemeClr val="tx1"/>
                </a:solidFill>
              </a:defRPr>
            </a:lvl1pPr>
          </a:lstStyle>
          <a:p>
            <a:fld id="{84C450F2-3BB4-4AE4-8A35-A9D7AEA4C850}" type="slidenum">
              <a:rPr lang="en-US" smtClean="0"/>
              <a:pPr/>
              <a:t>‹#›</a:t>
            </a:fld>
            <a:endParaRPr lang="en-US" dirty="0"/>
          </a:p>
        </p:txBody>
      </p:sp>
    </p:spTree>
    <p:extLst>
      <p:ext uri="{BB962C8B-B14F-4D97-AF65-F5344CB8AC3E}">
        <p14:creationId xmlns:p14="http://schemas.microsoft.com/office/powerpoint/2010/main" val="46485808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Lst>
  <p:hf hdr="0"/>
  <p:txStyles>
    <p:titleStyle>
      <a:lvl1pPr algn="l" defTabSz="914400" rtl="0" eaLnBrk="1" latinLnBrk="0" hangingPunct="1">
        <a:lnSpc>
          <a:spcPct val="90000"/>
        </a:lnSpc>
        <a:spcBef>
          <a:spcPct val="0"/>
        </a:spcBef>
        <a:buNone/>
        <a:defRPr sz="3200" b="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p15:clr>
            <a:srgbClr val="F26B43"/>
          </p15:clr>
        </p15:guide>
        <p15:guide id="4"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8.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30.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xml"/><Relationship Id="rId1" Type="http://schemas.openxmlformats.org/officeDocument/2006/relationships/slideLayout" Target="../slideLayouts/slideLayout33.xml"/></Relationships>
</file>

<file path=ppt/slides/_rels/slide1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3.xml.rels><?xml version="1.0" encoding="UTF-8" standalone="yes"?>
<Relationships xmlns="http://schemas.openxmlformats.org/package/2006/relationships"><Relationship Id="rId3" Type="http://schemas.openxmlformats.org/officeDocument/2006/relationships/hyperlink" Target="https://www.geeksforgeeks.org/software-engineering/agile-methodology-tutorial/" TargetMode="External"/><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xml"/><Relationship Id="rId1" Type="http://schemas.openxmlformats.org/officeDocument/2006/relationships/slideLayout" Target="../slideLayouts/slideLayout4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image" Target="../media/image37.png"/><Relationship Id="rId1" Type="http://schemas.openxmlformats.org/officeDocument/2006/relationships/slideLayout" Target="../slideLayouts/slideLayout4.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4.xml"/><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F1526-AA9C-513A-8D3C-531E8C24DF75}"/>
              </a:ext>
            </a:extLst>
          </p:cNvPr>
          <p:cNvSpPr>
            <a:spLocks noGrp="1"/>
          </p:cNvSpPr>
          <p:nvPr>
            <p:ph type="title"/>
          </p:nvPr>
        </p:nvSpPr>
        <p:spPr>
          <a:xfrm>
            <a:off x="7736438" y="1561671"/>
            <a:ext cx="4294598" cy="2416536"/>
          </a:xfrm>
        </p:spPr>
        <p:txBody>
          <a:bodyPr anchor="b">
            <a:noAutofit/>
          </a:bodyPr>
          <a:lstStyle/>
          <a:p>
            <a:pPr algn="ctr"/>
            <a:r>
              <a:rPr lang="en-US" sz="4000" dirty="0"/>
              <a:t>Fashion-insta</a:t>
            </a:r>
            <a:br>
              <a:rPr lang="en-US" sz="4000" dirty="0"/>
            </a:br>
            <a:r>
              <a:rPr lang="en-US" sz="4000" dirty="0"/>
              <a:t>Empowering Fashion Shopping</a:t>
            </a:r>
          </a:p>
        </p:txBody>
      </p:sp>
      <p:pic>
        <p:nvPicPr>
          <p:cNvPr id="9" name="Content Placeholder 6" descr="Augmented reality marketing . Hand holding smart phone use AR application to check information in a large clothing shop">
            <a:extLst>
              <a:ext uri="{FF2B5EF4-FFF2-40B4-BE49-F238E27FC236}">
                <a16:creationId xmlns:a16="http://schemas.microsoft.com/office/drawing/2014/main" id="{B2CAFE33-FBA2-E6D2-5D1F-5F30DA282191}"/>
              </a:ext>
            </a:extLst>
          </p:cNvPr>
          <p:cNvPicPr>
            <a:picLocks noChangeAspect="1"/>
          </p:cNvPicPr>
          <p:nvPr/>
        </p:nvPicPr>
        <p:blipFill>
          <a:blip r:embed="rId3"/>
          <a:srcRect l="17492" r="1528" b="-2"/>
          <a:stretch>
            <a:fillRect/>
          </a:stretch>
        </p:blipFill>
        <p:spPr>
          <a:xfrm>
            <a:off x="20" y="10"/>
            <a:ext cx="7734280" cy="6399142"/>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noFill/>
        </p:spPr>
      </p:pic>
      <p:sp>
        <p:nvSpPr>
          <p:cNvPr id="14" name="Content Placeholder 3">
            <a:extLst>
              <a:ext uri="{FF2B5EF4-FFF2-40B4-BE49-F238E27FC236}">
                <a16:creationId xmlns:a16="http://schemas.microsoft.com/office/drawing/2014/main" id="{DF241AF5-CF05-1EDC-FC3C-CD541D33710A}"/>
              </a:ext>
            </a:extLst>
          </p:cNvPr>
          <p:cNvSpPr>
            <a:spLocks noGrp="1"/>
          </p:cNvSpPr>
          <p:nvPr>
            <p:ph sz="quarter" idx="14"/>
          </p:nvPr>
        </p:nvSpPr>
        <p:spPr>
          <a:xfrm>
            <a:off x="8311896" y="4756934"/>
            <a:ext cx="3273552" cy="1296393"/>
          </a:xfrm>
        </p:spPr>
        <p:txBody>
          <a:bodyPr>
            <a:normAutofit/>
          </a:bodyPr>
          <a:lstStyle/>
          <a:p>
            <a:pPr marL="0" indent="0" algn="ctr">
              <a:buNone/>
            </a:pPr>
            <a:r>
              <a:rPr lang="en-US" dirty="0"/>
              <a:t>Philip Okoth</a:t>
            </a:r>
          </a:p>
          <a:p>
            <a:pPr marL="0" indent="0" algn="ctr">
              <a:buNone/>
            </a:pPr>
            <a:r>
              <a:rPr lang="en-US" dirty="0"/>
              <a:t>January 2026</a:t>
            </a:r>
          </a:p>
          <a:p>
            <a:pPr marL="0" indent="0" algn="ctr">
              <a:buNone/>
            </a:pPr>
            <a:r>
              <a:rPr lang="en-US" dirty="0"/>
              <a:t>Fashion-Insta</a:t>
            </a:r>
          </a:p>
        </p:txBody>
      </p:sp>
      <p:sp>
        <p:nvSpPr>
          <p:cNvPr id="4" name="Date Placeholder 3">
            <a:extLst>
              <a:ext uri="{FF2B5EF4-FFF2-40B4-BE49-F238E27FC236}">
                <a16:creationId xmlns:a16="http://schemas.microsoft.com/office/drawing/2014/main" id="{F407A58E-0650-EDBE-8499-8E75477B749C}"/>
              </a:ext>
            </a:extLst>
          </p:cNvPr>
          <p:cNvSpPr>
            <a:spLocks noGrp="1"/>
          </p:cNvSpPr>
          <p:nvPr>
            <p:ph type="dt" sz="half" idx="10"/>
          </p:nvPr>
        </p:nvSpPr>
        <p:spPr>
          <a:xfrm>
            <a:off x="431172" y="6490524"/>
            <a:ext cx="2841959" cy="336141"/>
          </a:xfrm>
        </p:spPr>
        <p:txBody>
          <a:bodyPr anchor="ctr">
            <a:normAutofit/>
          </a:bodyPr>
          <a:lstStyle/>
          <a:p>
            <a:pPr>
              <a:spcAft>
                <a:spcPts val="600"/>
              </a:spcAft>
            </a:pPr>
            <a:fld id="{B04EF954-66B1-4168-AF40-97F3DAF43FC4}" type="datetime1">
              <a:rPr lang="en-US" smtClean="0"/>
              <a:pPr>
                <a:spcAft>
                  <a:spcPts val="600"/>
                </a:spcAft>
              </a:pPr>
              <a:t>1/15/2026</a:t>
            </a:fld>
            <a:endParaRPr lang="en-US"/>
          </a:p>
        </p:txBody>
      </p:sp>
      <p:sp>
        <p:nvSpPr>
          <p:cNvPr id="6" name="Slide Number Placeholder 5">
            <a:extLst>
              <a:ext uri="{FF2B5EF4-FFF2-40B4-BE49-F238E27FC236}">
                <a16:creationId xmlns:a16="http://schemas.microsoft.com/office/drawing/2014/main" id="{4B9C7AB6-A31B-B9C9-939C-12D75982EE43}"/>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1</a:t>
            </a:fld>
            <a:endParaRPr lang="en-US"/>
          </a:p>
        </p:txBody>
      </p:sp>
    </p:spTree>
    <p:extLst>
      <p:ext uri="{BB962C8B-B14F-4D97-AF65-F5344CB8AC3E}">
        <p14:creationId xmlns:p14="http://schemas.microsoft.com/office/powerpoint/2010/main" val="369274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016C9-4616-6C80-E800-A21ACF0AB9D8}"/>
              </a:ext>
            </a:extLst>
          </p:cNvPr>
          <p:cNvSpPr>
            <a:spLocks noGrp="1"/>
          </p:cNvSpPr>
          <p:nvPr>
            <p:ph type="title"/>
          </p:nvPr>
        </p:nvSpPr>
        <p:spPr>
          <a:xfrm>
            <a:off x="429768" y="640080"/>
            <a:ext cx="3493008" cy="3621024"/>
          </a:xfrm>
        </p:spPr>
        <p:txBody>
          <a:bodyPr vert="horz" lIns="91440" tIns="45720" rIns="91440" bIns="45720" rtlCol="0" anchor="t">
            <a:normAutofit/>
          </a:bodyPr>
          <a:lstStyle/>
          <a:p>
            <a:r>
              <a:rPr lang="en-US" b="0" kern="1200" cap="all" baseline="0">
                <a:latin typeface="+mj-lt"/>
                <a:ea typeface="+mj-ea"/>
                <a:cs typeface="+mj-cs"/>
              </a:rPr>
              <a:t>Executive summary</a:t>
            </a:r>
          </a:p>
        </p:txBody>
      </p:sp>
      <p:sp>
        <p:nvSpPr>
          <p:cNvPr id="4" name="Date Placeholder 3">
            <a:extLst>
              <a:ext uri="{FF2B5EF4-FFF2-40B4-BE49-F238E27FC236}">
                <a16:creationId xmlns:a16="http://schemas.microsoft.com/office/drawing/2014/main" id="{49CF39A5-3636-2C9F-2EA5-30B0806A7E4D}"/>
              </a:ext>
            </a:extLst>
          </p:cNvPr>
          <p:cNvSpPr>
            <a:spLocks noGrp="1"/>
          </p:cNvSpPr>
          <p:nvPr>
            <p:ph type="dt" sz="half" idx="10"/>
          </p:nvPr>
        </p:nvSpPr>
        <p:spPr>
          <a:xfrm>
            <a:off x="431172" y="6490524"/>
            <a:ext cx="2841959" cy="336141"/>
          </a:xfrm>
        </p:spPr>
        <p:txBody>
          <a:bodyPr vert="horz" lIns="91440" tIns="45720" rIns="91440" bIns="45720" rtlCol="0" anchor="ctr">
            <a:normAutofit/>
          </a:bodyPr>
          <a:lstStyle/>
          <a:p>
            <a:pPr>
              <a:spcAft>
                <a:spcPts val="600"/>
              </a:spcAft>
            </a:pPr>
            <a:fld id="{26233410-150A-4A72-BF63-6D3ACBC30148}" type="datetime1">
              <a:rPr lang="en-US" smtClean="0"/>
              <a:pPr>
                <a:spcAft>
                  <a:spcPts val="600"/>
                </a:spcAft>
              </a:pPr>
              <a:t>1/15/2026</a:t>
            </a:fld>
            <a:endParaRPr lang="en-US"/>
          </a:p>
        </p:txBody>
      </p:sp>
      <p:sp>
        <p:nvSpPr>
          <p:cNvPr id="6" name="Slide Number Placeholder 5">
            <a:extLst>
              <a:ext uri="{FF2B5EF4-FFF2-40B4-BE49-F238E27FC236}">
                <a16:creationId xmlns:a16="http://schemas.microsoft.com/office/drawing/2014/main" id="{29FC410D-407D-52F9-A283-5EB879920BB5}"/>
              </a:ext>
            </a:extLst>
          </p:cNvPr>
          <p:cNvSpPr>
            <a:spLocks noGrp="1"/>
          </p:cNvSpPr>
          <p:nvPr>
            <p:ph type="sldNum" sz="quarter" idx="12"/>
          </p:nvPr>
        </p:nvSpPr>
        <p:spPr>
          <a:xfrm>
            <a:off x="11648431" y="6490524"/>
            <a:ext cx="457200" cy="336141"/>
          </a:xfrm>
        </p:spPr>
        <p:txBody>
          <a:bodyPr vert="horz" lIns="91440" tIns="45720" rIns="91440" bIns="45720" rtlCol="0" anchor="ctr">
            <a:normAutofit/>
          </a:bodyPr>
          <a:lstStyle/>
          <a:p>
            <a:pPr>
              <a:spcAft>
                <a:spcPts val="600"/>
              </a:spcAft>
            </a:pPr>
            <a:fld id="{84C450F2-3BB4-4AE4-8A35-A9D7AEA4C850}" type="slidenum">
              <a:rPr lang="en-US" smtClean="0"/>
              <a:pPr>
                <a:spcAft>
                  <a:spcPts val="600"/>
                </a:spcAft>
              </a:pPr>
              <a:t>2</a:t>
            </a:fld>
            <a:endParaRPr lang="en-US"/>
          </a:p>
        </p:txBody>
      </p:sp>
      <p:graphicFrame>
        <p:nvGraphicFramePr>
          <p:cNvPr id="9" name="TextBox 6">
            <a:extLst>
              <a:ext uri="{FF2B5EF4-FFF2-40B4-BE49-F238E27FC236}">
                <a16:creationId xmlns:a16="http://schemas.microsoft.com/office/drawing/2014/main" id="{5F1CCA27-CC8C-4276-2EEC-F7C5CDB01E63}"/>
              </a:ext>
            </a:extLst>
          </p:cNvPr>
          <p:cNvGraphicFramePr/>
          <p:nvPr>
            <p:extLst>
              <p:ext uri="{D42A27DB-BD31-4B8C-83A1-F6EECF244321}">
                <p14:modId xmlns:p14="http://schemas.microsoft.com/office/powerpoint/2010/main" val="2268612467"/>
              </p:ext>
            </p:extLst>
          </p:nvPr>
        </p:nvGraphicFramePr>
        <p:xfrm>
          <a:off x="4425696" y="640080"/>
          <a:ext cx="7159752" cy="57241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833061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37698-1B0C-9ABB-6EAA-0F25E5EC687E}"/>
              </a:ext>
            </a:extLst>
          </p:cNvPr>
          <p:cNvSpPr>
            <a:spLocks noGrp="1"/>
          </p:cNvSpPr>
          <p:nvPr>
            <p:ph type="title"/>
          </p:nvPr>
        </p:nvSpPr>
        <p:spPr>
          <a:xfrm>
            <a:off x="429768" y="429768"/>
            <a:ext cx="10890374" cy="1627632"/>
          </a:xfrm>
        </p:spPr>
        <p:txBody>
          <a:bodyPr anchor="t">
            <a:normAutofit/>
          </a:bodyPr>
          <a:lstStyle/>
          <a:p>
            <a:r>
              <a:rPr lang="en-US" dirty="0"/>
              <a:t>Problem Statement</a:t>
            </a:r>
          </a:p>
        </p:txBody>
      </p:sp>
      <p:sp>
        <p:nvSpPr>
          <p:cNvPr id="4" name="Date Placeholder 3">
            <a:extLst>
              <a:ext uri="{FF2B5EF4-FFF2-40B4-BE49-F238E27FC236}">
                <a16:creationId xmlns:a16="http://schemas.microsoft.com/office/drawing/2014/main" id="{8E6E649F-3452-09D0-F495-AAB224BBD336}"/>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1/15/2026</a:t>
            </a:fld>
            <a:endParaRPr lang="en-US"/>
          </a:p>
        </p:txBody>
      </p:sp>
      <p:sp>
        <p:nvSpPr>
          <p:cNvPr id="6" name="Slide Number Placeholder 5">
            <a:extLst>
              <a:ext uri="{FF2B5EF4-FFF2-40B4-BE49-F238E27FC236}">
                <a16:creationId xmlns:a16="http://schemas.microsoft.com/office/drawing/2014/main" id="{FF86D423-C3EC-D761-B8B0-4C2C3E360F70}"/>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3</a:t>
            </a:fld>
            <a:endParaRPr lang="en-US"/>
          </a:p>
        </p:txBody>
      </p:sp>
      <p:graphicFrame>
        <p:nvGraphicFramePr>
          <p:cNvPr id="15" name="Content Placeholder 2">
            <a:extLst>
              <a:ext uri="{FF2B5EF4-FFF2-40B4-BE49-F238E27FC236}">
                <a16:creationId xmlns:a16="http://schemas.microsoft.com/office/drawing/2014/main" id="{1D5F0904-24F4-E027-25AC-DA40C669AE5C}"/>
              </a:ext>
            </a:extLst>
          </p:cNvPr>
          <p:cNvGraphicFramePr>
            <a:graphicFrameLocks noGrp="1"/>
          </p:cNvGraphicFramePr>
          <p:nvPr>
            <p:ph sz="quarter" idx="13"/>
            <p:extLst>
              <p:ext uri="{D42A27DB-BD31-4B8C-83A1-F6EECF244321}">
                <p14:modId xmlns:p14="http://schemas.microsoft.com/office/powerpoint/2010/main" val="1209609089"/>
              </p:ext>
            </p:extLst>
          </p:nvPr>
        </p:nvGraphicFramePr>
        <p:xfrm>
          <a:off x="429768" y="1290919"/>
          <a:ext cx="10890374" cy="480813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80378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27EA8B-E0B8-4BD7-17BB-B0694286B9B8}"/>
              </a:ext>
            </a:extLst>
          </p:cNvPr>
          <p:cNvSpPr>
            <a:spLocks noGrp="1"/>
          </p:cNvSpPr>
          <p:nvPr>
            <p:ph type="title"/>
          </p:nvPr>
        </p:nvSpPr>
        <p:spPr>
          <a:xfrm>
            <a:off x="429768" y="603504"/>
            <a:ext cx="6618732" cy="768096"/>
          </a:xfrm>
        </p:spPr>
        <p:txBody>
          <a:bodyPr anchor="b">
            <a:normAutofit/>
          </a:bodyPr>
          <a:lstStyle/>
          <a:p>
            <a:r>
              <a:rPr lang="en-US" dirty="0"/>
              <a:t>Solution statement</a:t>
            </a:r>
          </a:p>
        </p:txBody>
      </p:sp>
      <p:sp>
        <p:nvSpPr>
          <p:cNvPr id="3" name="Content Placeholder 2">
            <a:extLst>
              <a:ext uri="{FF2B5EF4-FFF2-40B4-BE49-F238E27FC236}">
                <a16:creationId xmlns:a16="http://schemas.microsoft.com/office/drawing/2014/main" id="{438127BE-1A04-AEA9-9BDB-D68E69C38F64}"/>
              </a:ext>
            </a:extLst>
          </p:cNvPr>
          <p:cNvSpPr>
            <a:spLocks noGrp="1"/>
          </p:cNvSpPr>
          <p:nvPr>
            <p:ph sz="quarter" idx="14"/>
          </p:nvPr>
        </p:nvSpPr>
        <p:spPr>
          <a:xfrm>
            <a:off x="429766" y="2276856"/>
            <a:ext cx="9781033" cy="4041648"/>
          </a:xfrm>
        </p:spPr>
        <p:txBody>
          <a:bodyPr spcFirstLastPara="0" vert="horz" lIns="121920" tIns="121920" rIns="121920" bIns="121920" numCol="1" spcCol="1270" anchorCtr="0">
            <a:normAutofit/>
          </a:bodyPr>
          <a:lstStyle/>
          <a:p>
            <a:pPr>
              <a:buFont typeface="Wingdings" panose="05000000000000000000" pitchFamily="2" charset="2"/>
              <a:buChar char="Ø"/>
            </a:pPr>
            <a:r>
              <a:rPr lang="en-US" sz="4000" dirty="0"/>
              <a:t>Improve user experience by creating an app where a customer can upload a photo and get digitally curated fashion recommendations based on the photo.</a:t>
            </a:r>
          </a:p>
        </p:txBody>
      </p:sp>
      <p:sp>
        <p:nvSpPr>
          <p:cNvPr id="4" name="Date Placeholder 3">
            <a:extLst>
              <a:ext uri="{FF2B5EF4-FFF2-40B4-BE49-F238E27FC236}">
                <a16:creationId xmlns:a16="http://schemas.microsoft.com/office/drawing/2014/main" id="{6DA1AF8A-C023-D3A4-1816-825430A99B11}"/>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1/15/2026</a:t>
            </a:fld>
            <a:endParaRPr lang="en-US"/>
          </a:p>
        </p:txBody>
      </p:sp>
      <p:sp>
        <p:nvSpPr>
          <p:cNvPr id="6" name="Slide Number Placeholder 5">
            <a:extLst>
              <a:ext uri="{FF2B5EF4-FFF2-40B4-BE49-F238E27FC236}">
                <a16:creationId xmlns:a16="http://schemas.microsoft.com/office/drawing/2014/main" id="{D60A2C59-FD50-F440-85A8-0E58F16C3AD9}"/>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4</a:t>
            </a:fld>
            <a:endParaRPr lang="en-US"/>
          </a:p>
        </p:txBody>
      </p:sp>
    </p:spTree>
    <p:extLst>
      <p:ext uri="{BB962C8B-B14F-4D97-AF65-F5344CB8AC3E}">
        <p14:creationId xmlns:p14="http://schemas.microsoft.com/office/powerpoint/2010/main" val="1876953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80519-FBC9-64D4-1EE2-0226A5F04197}"/>
              </a:ext>
            </a:extLst>
          </p:cNvPr>
          <p:cNvSpPr>
            <a:spLocks noGrp="1"/>
          </p:cNvSpPr>
          <p:nvPr>
            <p:ph type="title"/>
          </p:nvPr>
        </p:nvSpPr>
        <p:spPr>
          <a:xfrm>
            <a:off x="469391" y="539496"/>
            <a:ext cx="11253216" cy="729746"/>
          </a:xfrm>
        </p:spPr>
        <p:txBody>
          <a:bodyPr anchor="b">
            <a:normAutofit/>
          </a:bodyPr>
          <a:lstStyle/>
          <a:p>
            <a:r>
              <a:rPr lang="en-US" dirty="0"/>
              <a:t>OBJECTIVES AND EXPECTED BENEFITS</a:t>
            </a:r>
          </a:p>
        </p:txBody>
      </p:sp>
      <p:pic>
        <p:nvPicPr>
          <p:cNvPr id="8" name="Picture 7" descr="Person watching empty phone">
            <a:extLst>
              <a:ext uri="{FF2B5EF4-FFF2-40B4-BE49-F238E27FC236}">
                <a16:creationId xmlns:a16="http://schemas.microsoft.com/office/drawing/2014/main" id="{2EBB1710-4154-8250-FB69-4F0CB29B96CF}"/>
              </a:ext>
            </a:extLst>
          </p:cNvPr>
          <p:cNvPicPr>
            <a:picLocks noChangeAspect="1"/>
          </p:cNvPicPr>
          <p:nvPr/>
        </p:nvPicPr>
        <p:blipFill>
          <a:blip r:embed="rId2"/>
          <a:srcRect l="19323" r="1" b="1"/>
          <a:stretch>
            <a:fillRect/>
          </a:stretch>
        </p:blipFill>
        <p:spPr>
          <a:xfrm>
            <a:off x="0" y="2928571"/>
            <a:ext cx="3603009" cy="3389933"/>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noFill/>
        </p:spPr>
      </p:pic>
      <p:sp>
        <p:nvSpPr>
          <p:cNvPr id="3" name="Content Placeholder 2">
            <a:extLst>
              <a:ext uri="{FF2B5EF4-FFF2-40B4-BE49-F238E27FC236}">
                <a16:creationId xmlns:a16="http://schemas.microsoft.com/office/drawing/2014/main" id="{5F775139-C64C-ED1B-7C71-AC5971E15F63}"/>
              </a:ext>
            </a:extLst>
          </p:cNvPr>
          <p:cNvSpPr>
            <a:spLocks noGrp="1"/>
          </p:cNvSpPr>
          <p:nvPr>
            <p:ph sz="quarter" idx="14"/>
          </p:nvPr>
        </p:nvSpPr>
        <p:spPr>
          <a:xfrm>
            <a:off x="3603009" y="1269242"/>
            <a:ext cx="8119600" cy="5049262"/>
          </a:xfrm>
        </p:spPr>
        <p:txBody>
          <a:bodyPr>
            <a:normAutofit lnSpcReduction="10000"/>
          </a:bodyPr>
          <a:lstStyle/>
          <a:p>
            <a:pPr>
              <a:lnSpc>
                <a:spcPct val="110000"/>
              </a:lnSpc>
              <a:buFont typeface="Wingdings" panose="05000000000000000000" pitchFamily="2" charset="2"/>
              <a:buChar char="Ø"/>
            </a:pPr>
            <a:r>
              <a:rPr lang="en-US" sz="2400" dirty="0"/>
              <a:t>Objective:</a:t>
            </a:r>
          </a:p>
          <a:p>
            <a:pPr lvl="1">
              <a:lnSpc>
                <a:spcPct val="110000"/>
              </a:lnSpc>
            </a:pPr>
            <a:r>
              <a:rPr lang="en-US" sz="2400" dirty="0"/>
              <a:t>Improve user experience by creating a mobile App with fashion predictability capabilities. This feature will analyze customer’s fashion trends and recommend similar styles based of body shape,  color preferences, trends and budget.</a:t>
            </a:r>
          </a:p>
          <a:p>
            <a:pPr lvl="1">
              <a:lnSpc>
                <a:spcPct val="110000"/>
              </a:lnSpc>
            </a:pPr>
            <a:endParaRPr lang="en-US" sz="2400" dirty="0"/>
          </a:p>
          <a:p>
            <a:pPr>
              <a:lnSpc>
                <a:spcPct val="110000"/>
              </a:lnSpc>
              <a:buFont typeface="Wingdings" panose="05000000000000000000" pitchFamily="2" charset="2"/>
              <a:buChar char="Ø"/>
            </a:pPr>
            <a:r>
              <a:rPr lang="en-US" sz="2400" dirty="0"/>
              <a:t>Benefits</a:t>
            </a:r>
          </a:p>
          <a:p>
            <a:pPr lvl="1">
              <a:lnSpc>
                <a:spcPct val="110000"/>
              </a:lnSpc>
            </a:pPr>
            <a:r>
              <a:rPr lang="en-US" sz="2400" dirty="0"/>
              <a:t>Improved user experiences.</a:t>
            </a:r>
          </a:p>
          <a:p>
            <a:pPr lvl="1">
              <a:lnSpc>
                <a:spcPct val="110000"/>
              </a:lnSpc>
            </a:pPr>
            <a:r>
              <a:rPr lang="en-US" sz="2400" dirty="0"/>
              <a:t>Improved user engagement.</a:t>
            </a:r>
          </a:p>
          <a:p>
            <a:pPr lvl="1">
              <a:lnSpc>
                <a:spcPct val="110000"/>
              </a:lnSpc>
            </a:pPr>
            <a:r>
              <a:rPr lang="en-US" sz="2400" dirty="0"/>
              <a:t>Increased sales.</a:t>
            </a:r>
          </a:p>
          <a:p>
            <a:pPr lvl="1">
              <a:lnSpc>
                <a:spcPct val="110000"/>
              </a:lnSpc>
            </a:pPr>
            <a:r>
              <a:rPr lang="en-US" sz="2400" dirty="0"/>
              <a:t>Higher Customer retention.</a:t>
            </a:r>
          </a:p>
        </p:txBody>
      </p:sp>
      <p:sp>
        <p:nvSpPr>
          <p:cNvPr id="4" name="Date Placeholder 3">
            <a:extLst>
              <a:ext uri="{FF2B5EF4-FFF2-40B4-BE49-F238E27FC236}">
                <a16:creationId xmlns:a16="http://schemas.microsoft.com/office/drawing/2014/main" id="{9D88D875-8440-199F-E938-66C2A281723C}"/>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1/15/2026</a:t>
            </a:fld>
            <a:endParaRPr lang="en-US"/>
          </a:p>
        </p:txBody>
      </p:sp>
      <p:sp>
        <p:nvSpPr>
          <p:cNvPr id="6" name="Slide Number Placeholder 5">
            <a:extLst>
              <a:ext uri="{FF2B5EF4-FFF2-40B4-BE49-F238E27FC236}">
                <a16:creationId xmlns:a16="http://schemas.microsoft.com/office/drawing/2014/main" id="{AD1ABEB1-0A79-360E-587B-AEC2A047873A}"/>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5</a:t>
            </a:fld>
            <a:endParaRPr lang="en-US"/>
          </a:p>
        </p:txBody>
      </p:sp>
    </p:spTree>
    <p:extLst>
      <p:ext uri="{BB962C8B-B14F-4D97-AF65-F5344CB8AC3E}">
        <p14:creationId xmlns:p14="http://schemas.microsoft.com/office/powerpoint/2010/main" val="25367191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E26A51-73C3-06DF-7B7B-13657B2E2360}"/>
              </a:ext>
            </a:extLst>
          </p:cNvPr>
          <p:cNvSpPr>
            <a:spLocks noGrp="1"/>
          </p:cNvSpPr>
          <p:nvPr>
            <p:ph type="title"/>
          </p:nvPr>
        </p:nvSpPr>
        <p:spPr>
          <a:xfrm>
            <a:off x="429768" y="550218"/>
            <a:ext cx="3257649" cy="1453896"/>
          </a:xfrm>
        </p:spPr>
        <p:txBody>
          <a:bodyPr anchor="t">
            <a:normAutofit/>
          </a:bodyPr>
          <a:lstStyle/>
          <a:p>
            <a:r>
              <a:rPr lang="en-US" dirty="0"/>
              <a:t>Technical REQUIREMENT</a:t>
            </a:r>
          </a:p>
        </p:txBody>
      </p:sp>
      <p:sp>
        <p:nvSpPr>
          <p:cNvPr id="3" name="Content Placeholder 2">
            <a:extLst>
              <a:ext uri="{FF2B5EF4-FFF2-40B4-BE49-F238E27FC236}">
                <a16:creationId xmlns:a16="http://schemas.microsoft.com/office/drawing/2014/main" id="{60A6B8A0-4593-B946-1D53-DF8EBFEF0D73}"/>
              </a:ext>
            </a:extLst>
          </p:cNvPr>
          <p:cNvSpPr>
            <a:spLocks noGrp="1"/>
          </p:cNvSpPr>
          <p:nvPr>
            <p:ph sz="quarter" idx="14"/>
          </p:nvPr>
        </p:nvSpPr>
        <p:spPr>
          <a:xfrm>
            <a:off x="3796748" y="549275"/>
            <a:ext cx="7885177" cy="5788152"/>
          </a:xfrm>
        </p:spPr>
        <p:txBody>
          <a:bodyPr>
            <a:normAutofit fontScale="92500" lnSpcReduction="10000"/>
          </a:bodyPr>
          <a:lstStyle/>
          <a:p>
            <a:pPr>
              <a:lnSpc>
                <a:spcPct val="110000"/>
              </a:lnSpc>
              <a:buFont typeface="Wingdings" panose="05000000000000000000" pitchFamily="2" charset="2"/>
              <a:buChar char="Ø"/>
            </a:pPr>
            <a:r>
              <a:rPr lang="en-US" sz="1600" b="1" dirty="0"/>
              <a:t>Engineering</a:t>
            </a:r>
          </a:p>
          <a:p>
            <a:pPr lvl="1">
              <a:lnSpc>
                <a:spcPct val="110000"/>
              </a:lnSpc>
            </a:pPr>
            <a:r>
              <a:rPr lang="en-US" dirty="0"/>
              <a:t>Mobile App development frameworks (e.g., Azure)</a:t>
            </a:r>
          </a:p>
          <a:p>
            <a:pPr lvl="1">
              <a:lnSpc>
                <a:spcPct val="110000"/>
              </a:lnSpc>
            </a:pPr>
            <a:r>
              <a:rPr lang="en-US" dirty="0"/>
              <a:t>Backend infrastructure for user accounts, product catalog, and order management.</a:t>
            </a:r>
          </a:p>
          <a:p>
            <a:pPr lvl="1">
              <a:lnSpc>
                <a:spcPct val="110000"/>
              </a:lnSpc>
            </a:pPr>
            <a:r>
              <a:rPr lang="en-US" dirty="0"/>
              <a:t>API integration for payment gateways and third-party services.</a:t>
            </a:r>
          </a:p>
          <a:p>
            <a:pPr>
              <a:lnSpc>
                <a:spcPct val="110000"/>
              </a:lnSpc>
              <a:buFont typeface="Wingdings" panose="05000000000000000000" pitchFamily="2" charset="2"/>
              <a:buChar char="Ø"/>
            </a:pPr>
            <a:r>
              <a:rPr lang="en-US" sz="1600" b="1" dirty="0"/>
              <a:t>Data Team</a:t>
            </a:r>
          </a:p>
          <a:p>
            <a:pPr lvl="1">
              <a:lnSpc>
                <a:spcPct val="110000"/>
              </a:lnSpc>
            </a:pPr>
            <a:r>
              <a:rPr lang="en-US" dirty="0"/>
              <a:t>Database design for storing user profiles, product information, and transaction history.</a:t>
            </a:r>
          </a:p>
          <a:p>
            <a:pPr lvl="1">
              <a:lnSpc>
                <a:spcPct val="110000"/>
              </a:lnSpc>
            </a:pPr>
            <a:r>
              <a:rPr lang="en-US" dirty="0"/>
              <a:t>Data analytics for tracking user behavior and app performance. (Azure Analytics)</a:t>
            </a:r>
          </a:p>
          <a:p>
            <a:pPr lvl="1">
              <a:lnSpc>
                <a:spcPct val="110000"/>
              </a:lnSpc>
            </a:pPr>
            <a:r>
              <a:rPr lang="en-US" dirty="0"/>
              <a:t>Machine learning models for personalized recommendations and fashion trend analysis.</a:t>
            </a:r>
          </a:p>
          <a:p>
            <a:pPr>
              <a:lnSpc>
                <a:spcPct val="110000"/>
              </a:lnSpc>
              <a:buFont typeface="Wingdings" panose="05000000000000000000" pitchFamily="2" charset="2"/>
              <a:buChar char="Ø"/>
            </a:pPr>
            <a:r>
              <a:rPr lang="en-US" sz="1600" b="1" dirty="0"/>
              <a:t>UX</a:t>
            </a:r>
          </a:p>
          <a:p>
            <a:pPr lvl="1">
              <a:lnSpc>
                <a:spcPct val="110000"/>
              </a:lnSpc>
            </a:pPr>
            <a:r>
              <a:rPr lang="en-US" dirty="0"/>
              <a:t>Intuitive and user-friendly interface design.</a:t>
            </a:r>
          </a:p>
          <a:p>
            <a:pPr lvl="1">
              <a:lnSpc>
                <a:spcPct val="110000"/>
              </a:lnSpc>
            </a:pPr>
            <a:r>
              <a:rPr lang="en-US" dirty="0"/>
              <a:t>Responsive layouts for various device sizes.</a:t>
            </a:r>
          </a:p>
          <a:p>
            <a:pPr lvl="1">
              <a:lnSpc>
                <a:spcPct val="110000"/>
              </a:lnSpc>
            </a:pPr>
            <a:r>
              <a:rPr lang="en-US" dirty="0"/>
              <a:t>Acceptability features for inclusive shopping experiences.</a:t>
            </a:r>
          </a:p>
          <a:p>
            <a:pPr>
              <a:lnSpc>
                <a:spcPct val="110000"/>
              </a:lnSpc>
              <a:buFont typeface="Wingdings" panose="05000000000000000000" pitchFamily="2" charset="2"/>
              <a:buChar char="Ø"/>
            </a:pPr>
            <a:r>
              <a:rPr lang="en-US" sz="1600" b="1" dirty="0"/>
              <a:t>Software</a:t>
            </a:r>
          </a:p>
          <a:p>
            <a:pPr lvl="1">
              <a:lnSpc>
                <a:spcPct val="110000"/>
              </a:lnSpc>
            </a:pPr>
            <a:r>
              <a:rPr lang="en-US" dirty="0"/>
              <a:t>Secure authentication and authorization mechanisms through Azure.</a:t>
            </a:r>
          </a:p>
          <a:p>
            <a:pPr lvl="1">
              <a:lnSpc>
                <a:spcPct val="110000"/>
              </a:lnSpc>
            </a:pPr>
            <a:r>
              <a:rPr lang="en-US" dirty="0"/>
              <a:t>Reliable cloud hosting and scalability solutions .</a:t>
            </a:r>
          </a:p>
          <a:p>
            <a:pPr lvl="1">
              <a:lnSpc>
                <a:spcPct val="110000"/>
              </a:lnSpc>
            </a:pPr>
            <a:r>
              <a:rPr lang="en-US" dirty="0"/>
              <a:t>Continuous integration and deployment pipelines for app updates.</a:t>
            </a:r>
          </a:p>
          <a:p>
            <a:pPr>
              <a:lnSpc>
                <a:spcPct val="110000"/>
              </a:lnSpc>
            </a:pPr>
            <a:endParaRPr lang="en-US" sz="1600" dirty="0"/>
          </a:p>
        </p:txBody>
      </p:sp>
      <p:sp>
        <p:nvSpPr>
          <p:cNvPr id="4" name="Date Placeholder 3">
            <a:extLst>
              <a:ext uri="{FF2B5EF4-FFF2-40B4-BE49-F238E27FC236}">
                <a16:creationId xmlns:a16="http://schemas.microsoft.com/office/drawing/2014/main" id="{97A0C3A4-63A6-E082-5431-A57F65AECF11}"/>
              </a:ext>
            </a:extLst>
          </p:cNvPr>
          <p:cNvSpPr>
            <a:spLocks noGrp="1"/>
          </p:cNvSpPr>
          <p:nvPr>
            <p:ph type="dt" sz="half" idx="10"/>
          </p:nvPr>
        </p:nvSpPr>
        <p:spPr>
          <a:xfrm>
            <a:off x="149373" y="6492240"/>
            <a:ext cx="2843784" cy="338328"/>
          </a:xfrm>
        </p:spPr>
        <p:txBody>
          <a:bodyPr anchor="ctr">
            <a:normAutofit/>
          </a:bodyPr>
          <a:lstStyle/>
          <a:p>
            <a:pPr>
              <a:spcAft>
                <a:spcPts val="600"/>
              </a:spcAft>
            </a:pPr>
            <a:fld id="{FE21D4C7-8630-4B98-978C-30388BBD4EE8}" type="datetime1">
              <a:rPr lang="en-US" smtClean="0"/>
              <a:pPr>
                <a:spcAft>
                  <a:spcPts val="600"/>
                </a:spcAft>
              </a:pPr>
              <a:t>1/15/2026</a:t>
            </a:fld>
            <a:endParaRPr lang="en-US" dirty="0"/>
          </a:p>
        </p:txBody>
      </p:sp>
      <p:sp>
        <p:nvSpPr>
          <p:cNvPr id="6" name="Slide Number Placeholder 5">
            <a:extLst>
              <a:ext uri="{FF2B5EF4-FFF2-40B4-BE49-F238E27FC236}">
                <a16:creationId xmlns:a16="http://schemas.microsoft.com/office/drawing/2014/main" id="{5AE688A1-EDB2-0AFA-ED9D-202BD4E83F25}"/>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6</a:t>
            </a:fld>
            <a:endParaRPr lang="en-US"/>
          </a:p>
        </p:txBody>
      </p:sp>
    </p:spTree>
    <p:extLst>
      <p:ext uri="{BB962C8B-B14F-4D97-AF65-F5344CB8AC3E}">
        <p14:creationId xmlns:p14="http://schemas.microsoft.com/office/powerpoint/2010/main" val="14982917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E42EB-9B1A-4862-3A75-8118806503F9}"/>
              </a:ext>
            </a:extLst>
          </p:cNvPr>
          <p:cNvSpPr>
            <a:spLocks noGrp="1"/>
          </p:cNvSpPr>
          <p:nvPr>
            <p:ph type="title"/>
          </p:nvPr>
        </p:nvSpPr>
        <p:spPr/>
        <p:txBody>
          <a:bodyPr/>
          <a:lstStyle/>
          <a:p>
            <a:r>
              <a:rPr lang="en-US" dirty="0"/>
              <a:t>Project backlog</a:t>
            </a:r>
          </a:p>
        </p:txBody>
      </p:sp>
      <p:graphicFrame>
        <p:nvGraphicFramePr>
          <p:cNvPr id="8" name="Content Placeholder 7">
            <a:extLst>
              <a:ext uri="{FF2B5EF4-FFF2-40B4-BE49-F238E27FC236}">
                <a16:creationId xmlns:a16="http://schemas.microsoft.com/office/drawing/2014/main" id="{5F82AD0E-993B-7CE2-70CA-155E4FB5488A}"/>
              </a:ext>
            </a:extLst>
          </p:cNvPr>
          <p:cNvGraphicFramePr>
            <a:graphicFrameLocks noGrp="1"/>
          </p:cNvGraphicFramePr>
          <p:nvPr>
            <p:ph sz="quarter" idx="14"/>
            <p:extLst>
              <p:ext uri="{D42A27DB-BD31-4B8C-83A1-F6EECF244321}">
                <p14:modId xmlns:p14="http://schemas.microsoft.com/office/powerpoint/2010/main" val="3264506391"/>
              </p:ext>
            </p:extLst>
          </p:nvPr>
        </p:nvGraphicFramePr>
        <p:xfrm>
          <a:off x="739774" y="1633274"/>
          <a:ext cx="10816428" cy="3561026"/>
        </p:xfrm>
        <a:graphic>
          <a:graphicData uri="http://schemas.openxmlformats.org/drawingml/2006/table">
            <a:tbl>
              <a:tblPr firstRow="1" bandRow="1">
                <a:tableStyleId>{5C22544A-7EE6-4342-B048-85BDC9FD1C3A}</a:tableStyleId>
              </a:tblPr>
              <a:tblGrid>
                <a:gridCol w="1802738">
                  <a:extLst>
                    <a:ext uri="{9D8B030D-6E8A-4147-A177-3AD203B41FA5}">
                      <a16:colId xmlns:a16="http://schemas.microsoft.com/office/drawing/2014/main" val="1685490893"/>
                    </a:ext>
                  </a:extLst>
                </a:gridCol>
                <a:gridCol w="1483388">
                  <a:extLst>
                    <a:ext uri="{9D8B030D-6E8A-4147-A177-3AD203B41FA5}">
                      <a16:colId xmlns:a16="http://schemas.microsoft.com/office/drawing/2014/main" val="3993284862"/>
                    </a:ext>
                  </a:extLst>
                </a:gridCol>
                <a:gridCol w="1841500">
                  <a:extLst>
                    <a:ext uri="{9D8B030D-6E8A-4147-A177-3AD203B41FA5}">
                      <a16:colId xmlns:a16="http://schemas.microsoft.com/office/drawing/2014/main" val="3110467833"/>
                    </a:ext>
                  </a:extLst>
                </a:gridCol>
                <a:gridCol w="2083326">
                  <a:extLst>
                    <a:ext uri="{9D8B030D-6E8A-4147-A177-3AD203B41FA5}">
                      <a16:colId xmlns:a16="http://schemas.microsoft.com/office/drawing/2014/main" val="2795533130"/>
                    </a:ext>
                  </a:extLst>
                </a:gridCol>
                <a:gridCol w="1091674">
                  <a:extLst>
                    <a:ext uri="{9D8B030D-6E8A-4147-A177-3AD203B41FA5}">
                      <a16:colId xmlns:a16="http://schemas.microsoft.com/office/drawing/2014/main" val="4246605613"/>
                    </a:ext>
                  </a:extLst>
                </a:gridCol>
                <a:gridCol w="2513802">
                  <a:extLst>
                    <a:ext uri="{9D8B030D-6E8A-4147-A177-3AD203B41FA5}">
                      <a16:colId xmlns:a16="http://schemas.microsoft.com/office/drawing/2014/main" val="3511270319"/>
                    </a:ext>
                  </a:extLst>
                </a:gridCol>
              </a:tblGrid>
              <a:tr h="688754">
                <a:tc>
                  <a:txBody>
                    <a:bodyPr/>
                    <a:lstStyle/>
                    <a:p>
                      <a:r>
                        <a:rPr lang="en-US" dirty="0"/>
                        <a:t>Title…</a:t>
                      </a:r>
                    </a:p>
                  </a:txBody>
                  <a:tcPr/>
                </a:tc>
                <a:tc>
                  <a:txBody>
                    <a:bodyPr/>
                    <a:lstStyle/>
                    <a:p>
                      <a:r>
                        <a:rPr lang="en-US" dirty="0"/>
                        <a:t>As a…</a:t>
                      </a:r>
                    </a:p>
                  </a:txBody>
                  <a:tcPr/>
                </a:tc>
                <a:tc>
                  <a:txBody>
                    <a:bodyPr/>
                    <a:lstStyle/>
                    <a:p>
                      <a:r>
                        <a:rPr lang="en-US" dirty="0"/>
                        <a:t>I want to…</a:t>
                      </a:r>
                    </a:p>
                  </a:txBody>
                  <a:tcPr/>
                </a:tc>
                <a:tc>
                  <a:txBody>
                    <a:bodyPr/>
                    <a:lstStyle/>
                    <a:p>
                      <a:r>
                        <a:rPr lang="en-US" dirty="0"/>
                        <a:t>In order to…</a:t>
                      </a:r>
                    </a:p>
                  </a:txBody>
                  <a:tcPr/>
                </a:tc>
                <a:tc>
                  <a:txBody>
                    <a:bodyPr/>
                    <a:lstStyle/>
                    <a:p>
                      <a:r>
                        <a:rPr lang="en-US" dirty="0"/>
                        <a:t>Weight…</a:t>
                      </a:r>
                    </a:p>
                  </a:txBody>
                  <a:tcPr/>
                </a:tc>
                <a:tc>
                  <a:txBody>
                    <a:bodyPr/>
                    <a:lstStyle/>
                    <a:p>
                      <a:r>
                        <a:rPr lang="en-US" dirty="0"/>
                        <a:t>Required data…</a:t>
                      </a:r>
                    </a:p>
                  </a:txBody>
                  <a:tcPr/>
                </a:tc>
                <a:extLst>
                  <a:ext uri="{0D108BD9-81ED-4DB2-BD59-A6C34878D82A}">
                    <a16:rowId xmlns:a16="http://schemas.microsoft.com/office/drawing/2014/main" val="605242774"/>
                  </a:ext>
                </a:extLst>
              </a:tr>
              <a:tr h="1574295">
                <a:tc>
                  <a:txBody>
                    <a:bodyPr/>
                    <a:lstStyle/>
                    <a:p>
                      <a:r>
                        <a:rPr lang="en-US" dirty="0"/>
                        <a:t>Photo Upload and wardrobe capture</a:t>
                      </a:r>
                    </a:p>
                  </a:txBody>
                  <a:tcPr/>
                </a:tc>
                <a:tc>
                  <a:txBody>
                    <a:bodyPr/>
                    <a:lstStyle/>
                    <a:p>
                      <a:r>
                        <a:rPr lang="en-US" dirty="0"/>
                        <a:t>Application user</a:t>
                      </a:r>
                    </a:p>
                  </a:txBody>
                  <a:tcPr/>
                </a:tc>
                <a:tc>
                  <a:txBody>
                    <a:bodyPr/>
                    <a:lstStyle/>
                    <a:p>
                      <a:r>
                        <a:rPr lang="en-US" dirty="0"/>
                        <a:t>Upload photos of my outfit</a:t>
                      </a:r>
                    </a:p>
                  </a:txBody>
                  <a:tcPr/>
                </a:tc>
                <a:tc>
                  <a:txBody>
                    <a:bodyPr/>
                    <a:lstStyle/>
                    <a:p>
                      <a:r>
                        <a:rPr lang="en-US" dirty="0"/>
                        <a:t>Have the App recommend and build a wardrobe catalog</a:t>
                      </a:r>
                    </a:p>
                  </a:txBody>
                  <a:tcPr/>
                </a:tc>
                <a:tc>
                  <a:txBody>
                    <a:bodyPr/>
                    <a:lstStyle/>
                    <a:p>
                      <a:r>
                        <a:rPr lang="en-US" dirty="0"/>
                        <a:t>13</a:t>
                      </a:r>
                    </a:p>
                  </a:txBody>
                  <a:tcPr/>
                </a:tc>
                <a:tc>
                  <a:txBody>
                    <a:bodyPr/>
                    <a:lstStyle/>
                    <a:p>
                      <a:r>
                        <a:rPr lang="en-US" dirty="0"/>
                        <a:t>User’s photos</a:t>
                      </a:r>
                    </a:p>
                    <a:p>
                      <a:r>
                        <a:rPr lang="en-US" dirty="0"/>
                        <a:t>Catalog photos</a:t>
                      </a:r>
                    </a:p>
                    <a:p>
                      <a:r>
                        <a:rPr lang="en-US" dirty="0"/>
                        <a:t>AI/ML training &amp; testing data</a:t>
                      </a:r>
                    </a:p>
                  </a:txBody>
                  <a:tcPr/>
                </a:tc>
                <a:extLst>
                  <a:ext uri="{0D108BD9-81ED-4DB2-BD59-A6C34878D82A}">
                    <a16:rowId xmlns:a16="http://schemas.microsoft.com/office/drawing/2014/main" val="862852751"/>
                  </a:ext>
                </a:extLst>
              </a:tr>
              <a:tr h="1297977">
                <a:tc>
                  <a:txBody>
                    <a:bodyPr/>
                    <a:lstStyle/>
                    <a:p>
                      <a:r>
                        <a:rPr lang="en-US" dirty="0"/>
                        <a:t>Shopping cart and checkout</a:t>
                      </a:r>
                    </a:p>
                  </a:txBody>
                  <a:tcPr/>
                </a:tc>
                <a:tc>
                  <a:txBody>
                    <a:bodyPr/>
                    <a:lstStyle/>
                    <a:p>
                      <a:r>
                        <a:rPr lang="en-US" dirty="0"/>
                        <a:t>Application user</a:t>
                      </a:r>
                    </a:p>
                  </a:txBody>
                  <a:tcPr/>
                </a:tc>
                <a:tc>
                  <a:txBody>
                    <a:bodyPr/>
                    <a:lstStyle/>
                    <a:p>
                      <a:r>
                        <a:rPr lang="en-US" dirty="0"/>
                        <a:t>Add products to cart and complete purchase</a:t>
                      </a:r>
                    </a:p>
                  </a:txBody>
                  <a:tcPr/>
                </a:tc>
                <a:tc>
                  <a:txBody>
                    <a:bodyPr/>
                    <a:lstStyle/>
                    <a:p>
                      <a:r>
                        <a:rPr lang="en-US" dirty="0"/>
                        <a:t>Efficiently and   conveniently shop</a:t>
                      </a:r>
                    </a:p>
                  </a:txBody>
                  <a:tcPr/>
                </a:tc>
                <a:tc>
                  <a:txBody>
                    <a:bodyPr/>
                    <a:lstStyle/>
                    <a:p>
                      <a:r>
                        <a:rPr lang="en-US" dirty="0"/>
                        <a:t>13</a:t>
                      </a:r>
                    </a:p>
                  </a:txBody>
                  <a:tcPr/>
                </a:tc>
                <a:tc>
                  <a:txBody>
                    <a:bodyPr/>
                    <a:lstStyle/>
                    <a:p>
                      <a:r>
                        <a:rPr lang="en-US" dirty="0"/>
                        <a:t>Catalog photos</a:t>
                      </a:r>
                    </a:p>
                    <a:p>
                      <a:r>
                        <a:rPr lang="en-US" dirty="0"/>
                        <a:t>Catalog items</a:t>
                      </a:r>
                    </a:p>
                    <a:p>
                      <a:r>
                        <a:rPr lang="en-US" dirty="0"/>
                        <a:t>User’s payment information</a:t>
                      </a:r>
                    </a:p>
                  </a:txBody>
                  <a:tcPr/>
                </a:tc>
                <a:extLst>
                  <a:ext uri="{0D108BD9-81ED-4DB2-BD59-A6C34878D82A}">
                    <a16:rowId xmlns:a16="http://schemas.microsoft.com/office/drawing/2014/main" val="3774524656"/>
                  </a:ext>
                </a:extLst>
              </a:tr>
            </a:tbl>
          </a:graphicData>
        </a:graphic>
      </p:graphicFrame>
      <p:sp>
        <p:nvSpPr>
          <p:cNvPr id="5" name="Date Placeholder 4">
            <a:extLst>
              <a:ext uri="{FF2B5EF4-FFF2-40B4-BE49-F238E27FC236}">
                <a16:creationId xmlns:a16="http://schemas.microsoft.com/office/drawing/2014/main" id="{A57973A9-DFBC-3745-B604-E7CA72B09775}"/>
              </a:ext>
            </a:extLst>
          </p:cNvPr>
          <p:cNvSpPr>
            <a:spLocks noGrp="1"/>
          </p:cNvSpPr>
          <p:nvPr>
            <p:ph type="dt" sz="half" idx="10"/>
          </p:nvPr>
        </p:nvSpPr>
        <p:spPr>
          <a:xfrm>
            <a:off x="352573" y="6492240"/>
            <a:ext cx="2843784" cy="338328"/>
          </a:xfrm>
        </p:spPr>
        <p:txBody>
          <a:bodyPr/>
          <a:lstStyle/>
          <a:p>
            <a:fld id="{51CF56A9-FD41-47F4-80A0-DA74EEEC2541}" type="datetime1">
              <a:rPr lang="en-US" smtClean="0"/>
              <a:t>1/15/2026</a:t>
            </a:fld>
            <a:endParaRPr lang="en-US" dirty="0"/>
          </a:p>
        </p:txBody>
      </p:sp>
      <p:sp>
        <p:nvSpPr>
          <p:cNvPr id="7" name="Slide Number Placeholder 6">
            <a:extLst>
              <a:ext uri="{FF2B5EF4-FFF2-40B4-BE49-F238E27FC236}">
                <a16:creationId xmlns:a16="http://schemas.microsoft.com/office/drawing/2014/main" id="{DF081276-A8FE-5B52-EDD0-60CC80A33D58}"/>
              </a:ext>
            </a:extLst>
          </p:cNvPr>
          <p:cNvSpPr>
            <a:spLocks noGrp="1"/>
          </p:cNvSpPr>
          <p:nvPr>
            <p:ph type="sldNum" sz="quarter" idx="12"/>
          </p:nvPr>
        </p:nvSpPr>
        <p:spPr/>
        <p:txBody>
          <a:bodyPr/>
          <a:lstStyle/>
          <a:p>
            <a:fld id="{CC057153-B650-4DEB-B370-79DDCFDCE934}" type="slidenum">
              <a:rPr lang="en-US" smtClean="0"/>
              <a:t>7</a:t>
            </a:fld>
            <a:endParaRPr lang="en-US" dirty="0"/>
          </a:p>
        </p:txBody>
      </p:sp>
      <p:sp>
        <p:nvSpPr>
          <p:cNvPr id="9" name="TextBox 8">
            <a:extLst>
              <a:ext uri="{FF2B5EF4-FFF2-40B4-BE49-F238E27FC236}">
                <a16:creationId xmlns:a16="http://schemas.microsoft.com/office/drawing/2014/main" id="{E35E5176-F51D-F83A-2F54-38AE070CD31F}"/>
              </a:ext>
            </a:extLst>
          </p:cNvPr>
          <p:cNvSpPr txBox="1"/>
          <p:nvPr/>
        </p:nvSpPr>
        <p:spPr>
          <a:xfrm>
            <a:off x="739774" y="5561338"/>
            <a:ext cx="3591048" cy="369332"/>
          </a:xfrm>
          <a:prstGeom prst="rect">
            <a:avLst/>
          </a:prstGeom>
          <a:noFill/>
        </p:spPr>
        <p:txBody>
          <a:bodyPr wrap="none" rtlCol="0">
            <a:spAutoFit/>
          </a:bodyPr>
          <a:lstStyle/>
          <a:p>
            <a:r>
              <a:rPr lang="en-US" dirty="0"/>
              <a:t>See Appendix 1 for more details</a:t>
            </a:r>
          </a:p>
        </p:txBody>
      </p:sp>
    </p:spTree>
    <p:extLst>
      <p:ext uri="{BB962C8B-B14F-4D97-AF65-F5344CB8AC3E}">
        <p14:creationId xmlns:p14="http://schemas.microsoft.com/office/powerpoint/2010/main" val="722742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9E828C-8860-F156-258B-2DFDDE378EAE}"/>
              </a:ext>
            </a:extLst>
          </p:cNvPr>
          <p:cNvSpPr>
            <a:spLocks noGrp="1"/>
          </p:cNvSpPr>
          <p:nvPr>
            <p:ph type="title"/>
          </p:nvPr>
        </p:nvSpPr>
        <p:spPr>
          <a:xfrm>
            <a:off x="119269" y="4146605"/>
            <a:ext cx="3607904" cy="932688"/>
          </a:xfrm>
        </p:spPr>
        <p:txBody>
          <a:bodyPr anchor="b">
            <a:normAutofit fontScale="90000"/>
          </a:bodyPr>
          <a:lstStyle/>
          <a:p>
            <a:r>
              <a:rPr lang="en-US" dirty="0"/>
              <a:t>HUMAN requirements</a:t>
            </a:r>
          </a:p>
        </p:txBody>
      </p:sp>
      <p:pic>
        <p:nvPicPr>
          <p:cNvPr id="17" name="Picture Placeholder 16" descr="Businessman using digital tablet in meeting">
            <a:extLst>
              <a:ext uri="{FF2B5EF4-FFF2-40B4-BE49-F238E27FC236}">
                <a16:creationId xmlns:a16="http://schemas.microsoft.com/office/drawing/2014/main" id="{A88AC544-7A2B-C56C-3744-1E708396177F}"/>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28398" r="28398"/>
          <a:stretch>
            <a:fillRect/>
          </a:stretch>
        </p:blipFill>
        <p:spPr>
          <a:xfrm>
            <a:off x="0" y="0"/>
            <a:ext cx="2554357" cy="2971800"/>
          </a:xfrm>
        </p:spPr>
      </p:pic>
      <p:sp>
        <p:nvSpPr>
          <p:cNvPr id="3" name="Content Placeholder 2">
            <a:extLst>
              <a:ext uri="{FF2B5EF4-FFF2-40B4-BE49-F238E27FC236}">
                <a16:creationId xmlns:a16="http://schemas.microsoft.com/office/drawing/2014/main" id="{2574B50A-71C3-4136-063C-BF5CBBBA4BBB}"/>
              </a:ext>
            </a:extLst>
          </p:cNvPr>
          <p:cNvSpPr>
            <a:spLocks noGrp="1"/>
          </p:cNvSpPr>
          <p:nvPr>
            <p:ph sz="quarter" idx="14"/>
          </p:nvPr>
        </p:nvSpPr>
        <p:spPr>
          <a:xfrm>
            <a:off x="3448878" y="397565"/>
            <a:ext cx="8137758" cy="5966659"/>
          </a:xfrm>
        </p:spPr>
        <p:txBody>
          <a:bodyPr>
            <a:normAutofit/>
          </a:bodyPr>
          <a:lstStyle/>
          <a:p>
            <a:pPr>
              <a:lnSpc>
                <a:spcPct val="110000"/>
              </a:lnSpc>
              <a:buFont typeface="Wingdings" panose="05000000000000000000" pitchFamily="2" charset="2"/>
              <a:buChar char="Ø"/>
            </a:pPr>
            <a:r>
              <a:rPr lang="en-US" dirty="0"/>
              <a:t>Software Engineers(x1)</a:t>
            </a:r>
          </a:p>
          <a:p>
            <a:pPr lvl="1">
              <a:lnSpc>
                <a:spcPct val="110000"/>
              </a:lnSpc>
            </a:pPr>
            <a:r>
              <a:rPr lang="en-US" sz="1800" dirty="0"/>
              <a:t>Responsible for developing the mobile app, backend systems, and integrating APIs for payments and third-party services.</a:t>
            </a:r>
          </a:p>
          <a:p>
            <a:pPr>
              <a:lnSpc>
                <a:spcPct val="110000"/>
              </a:lnSpc>
              <a:buFont typeface="Wingdings" panose="05000000000000000000" pitchFamily="2" charset="2"/>
              <a:buChar char="Ø"/>
            </a:pPr>
            <a:r>
              <a:rPr lang="en-US" dirty="0"/>
              <a:t>Data Analysts/ Scientists(x2)</a:t>
            </a:r>
          </a:p>
          <a:p>
            <a:pPr lvl="1">
              <a:lnSpc>
                <a:spcPct val="110000"/>
              </a:lnSpc>
            </a:pPr>
            <a:r>
              <a:rPr lang="en-US" sz="1800" dirty="0"/>
              <a:t>Design and manage databases, analyze user behavior, and build machine learning models for personalized recommendations and fashion trend analysis.</a:t>
            </a:r>
          </a:p>
          <a:p>
            <a:pPr>
              <a:lnSpc>
                <a:spcPct val="110000"/>
              </a:lnSpc>
              <a:buFont typeface="Wingdings" panose="05000000000000000000" pitchFamily="2" charset="2"/>
              <a:buChar char="Ø"/>
            </a:pPr>
            <a:r>
              <a:rPr lang="en-US" dirty="0"/>
              <a:t>Product Managers(x1)</a:t>
            </a:r>
          </a:p>
          <a:p>
            <a:pPr lvl="1">
              <a:lnSpc>
                <a:spcPct val="110000"/>
              </a:lnSpc>
            </a:pPr>
            <a:r>
              <a:rPr lang="en-US" sz="1800" dirty="0"/>
              <a:t>Oversee project scope, timeline, and ensure alignment with business goals and user needs.</a:t>
            </a:r>
          </a:p>
          <a:p>
            <a:pPr>
              <a:lnSpc>
                <a:spcPct val="110000"/>
              </a:lnSpc>
              <a:buFont typeface="Wingdings" panose="05000000000000000000" pitchFamily="2" charset="2"/>
              <a:buChar char="Ø"/>
            </a:pPr>
            <a:r>
              <a:rPr lang="en-US" dirty="0"/>
              <a:t>AI/ML Engineers(x2)</a:t>
            </a:r>
          </a:p>
          <a:p>
            <a:pPr lvl="1">
              <a:lnSpc>
                <a:spcPct val="110000"/>
              </a:lnSpc>
            </a:pPr>
            <a:r>
              <a:rPr lang="en-US" sz="1800" dirty="0"/>
              <a:t>Develop and implement machine learning algorithms for predictability and recommendation features.</a:t>
            </a:r>
          </a:p>
          <a:p>
            <a:pPr>
              <a:lnSpc>
                <a:spcPct val="110000"/>
              </a:lnSpc>
              <a:buFont typeface="Wingdings" panose="05000000000000000000" pitchFamily="2" charset="2"/>
              <a:buChar char="Ø"/>
            </a:pPr>
            <a:r>
              <a:rPr lang="en-US" dirty="0"/>
              <a:t>UX/UI Engineers(x2)</a:t>
            </a:r>
          </a:p>
          <a:p>
            <a:pPr lvl="1">
              <a:lnSpc>
                <a:spcPct val="110000"/>
              </a:lnSpc>
            </a:pPr>
            <a:r>
              <a:rPr lang="en-US" sz="1800" dirty="0"/>
              <a:t>Desing intuitive, user-friendly, and accessible interfaces for seamless shopping experience.</a:t>
            </a:r>
          </a:p>
        </p:txBody>
      </p:sp>
      <p:sp>
        <p:nvSpPr>
          <p:cNvPr id="6" name="Slide Number Placeholder 5">
            <a:extLst>
              <a:ext uri="{FF2B5EF4-FFF2-40B4-BE49-F238E27FC236}">
                <a16:creationId xmlns:a16="http://schemas.microsoft.com/office/drawing/2014/main" id="{DD83D7A2-7377-7F8C-F710-B2AA5BD35D1B}"/>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8</a:t>
            </a:fld>
            <a:endParaRPr lang="en-US"/>
          </a:p>
        </p:txBody>
      </p:sp>
    </p:spTree>
    <p:extLst>
      <p:ext uri="{BB962C8B-B14F-4D97-AF65-F5344CB8AC3E}">
        <p14:creationId xmlns:p14="http://schemas.microsoft.com/office/powerpoint/2010/main" val="39186473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21E86-0324-5087-51F3-0D96EDEE06D3}"/>
              </a:ext>
            </a:extLst>
          </p:cNvPr>
          <p:cNvSpPr>
            <a:spLocks noGrp="1"/>
          </p:cNvSpPr>
          <p:nvPr>
            <p:ph type="title"/>
          </p:nvPr>
        </p:nvSpPr>
        <p:spPr>
          <a:xfrm>
            <a:off x="577968" y="275587"/>
            <a:ext cx="6461685" cy="487876"/>
          </a:xfrm>
        </p:spPr>
        <p:txBody>
          <a:bodyPr anchor="t">
            <a:normAutofit fontScale="90000"/>
          </a:bodyPr>
          <a:lstStyle/>
          <a:p>
            <a:r>
              <a:rPr lang="en-US" dirty="0"/>
              <a:t>FINANCIAL cost &amp; budget</a:t>
            </a:r>
          </a:p>
        </p:txBody>
      </p:sp>
      <p:sp>
        <p:nvSpPr>
          <p:cNvPr id="4" name="Date Placeholder 3">
            <a:extLst>
              <a:ext uri="{FF2B5EF4-FFF2-40B4-BE49-F238E27FC236}">
                <a16:creationId xmlns:a16="http://schemas.microsoft.com/office/drawing/2014/main" id="{7A2EA85D-FAB5-E9F9-2118-90F5DF907F9E}"/>
              </a:ext>
            </a:extLst>
          </p:cNvPr>
          <p:cNvSpPr>
            <a:spLocks noGrp="1"/>
          </p:cNvSpPr>
          <p:nvPr>
            <p:ph type="dt" sz="half" idx="10"/>
          </p:nvPr>
        </p:nvSpPr>
        <p:spPr>
          <a:xfrm>
            <a:off x="123973" y="6492240"/>
            <a:ext cx="2843784" cy="338328"/>
          </a:xfrm>
        </p:spPr>
        <p:txBody>
          <a:bodyPr anchor="ctr">
            <a:normAutofit/>
          </a:bodyPr>
          <a:lstStyle/>
          <a:p>
            <a:pPr>
              <a:spcAft>
                <a:spcPts val="600"/>
              </a:spcAft>
            </a:pPr>
            <a:fld id="{FE21D4C7-8630-4B98-978C-30388BBD4EE8}" type="datetime1">
              <a:rPr lang="en-US" smtClean="0"/>
              <a:pPr>
                <a:spcAft>
                  <a:spcPts val="600"/>
                </a:spcAft>
              </a:pPr>
              <a:t>1/15/2026</a:t>
            </a:fld>
            <a:endParaRPr lang="en-US" dirty="0"/>
          </a:p>
        </p:txBody>
      </p:sp>
      <p:sp>
        <p:nvSpPr>
          <p:cNvPr id="6" name="Slide Number Placeholder 5">
            <a:extLst>
              <a:ext uri="{FF2B5EF4-FFF2-40B4-BE49-F238E27FC236}">
                <a16:creationId xmlns:a16="http://schemas.microsoft.com/office/drawing/2014/main" id="{A440D642-9F56-062D-1D8B-826A39D9D728}"/>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9</a:t>
            </a:fld>
            <a:endParaRPr lang="en-US"/>
          </a:p>
        </p:txBody>
      </p:sp>
      <p:pic>
        <p:nvPicPr>
          <p:cNvPr id="8" name="Picture 7">
            <a:extLst>
              <a:ext uri="{FF2B5EF4-FFF2-40B4-BE49-F238E27FC236}">
                <a16:creationId xmlns:a16="http://schemas.microsoft.com/office/drawing/2014/main" id="{10042AD2-014E-9729-17F1-32F4F0ECB915}"/>
              </a:ext>
            </a:extLst>
          </p:cNvPr>
          <p:cNvPicPr>
            <a:picLocks noChangeAspect="1"/>
          </p:cNvPicPr>
          <p:nvPr/>
        </p:nvPicPr>
        <p:blipFill>
          <a:blip r:embed="rId3"/>
          <a:stretch>
            <a:fillRect/>
          </a:stretch>
        </p:blipFill>
        <p:spPr>
          <a:xfrm>
            <a:off x="2038350" y="910980"/>
            <a:ext cx="7512050" cy="5433743"/>
          </a:xfrm>
          <a:prstGeom prst="rect">
            <a:avLst/>
          </a:prstGeom>
        </p:spPr>
      </p:pic>
    </p:spTree>
    <p:extLst>
      <p:ext uri="{BB962C8B-B14F-4D97-AF65-F5344CB8AC3E}">
        <p14:creationId xmlns:p14="http://schemas.microsoft.com/office/powerpoint/2010/main" val="21551391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DF5F1-5490-9B16-637C-8CE3E7E05D37}"/>
              </a:ext>
            </a:extLst>
          </p:cNvPr>
          <p:cNvSpPr>
            <a:spLocks noGrp="1"/>
          </p:cNvSpPr>
          <p:nvPr>
            <p:ph type="title"/>
          </p:nvPr>
        </p:nvSpPr>
        <p:spPr>
          <a:xfrm>
            <a:off x="429767" y="640079"/>
            <a:ext cx="4032505" cy="934721"/>
          </a:xfrm>
        </p:spPr>
        <p:txBody>
          <a:bodyPr anchor="t">
            <a:normAutofit fontScale="90000"/>
          </a:bodyPr>
          <a:lstStyle/>
          <a:p>
            <a:r>
              <a:rPr lang="en-US" dirty="0"/>
              <a:t>Return on investment</a:t>
            </a:r>
            <a:br>
              <a:rPr lang="en-US" dirty="0"/>
            </a:br>
            <a:endParaRPr lang="en-US" dirty="0"/>
          </a:p>
        </p:txBody>
      </p:sp>
      <p:sp>
        <p:nvSpPr>
          <p:cNvPr id="4" name="Date Placeholder 3">
            <a:extLst>
              <a:ext uri="{FF2B5EF4-FFF2-40B4-BE49-F238E27FC236}">
                <a16:creationId xmlns:a16="http://schemas.microsoft.com/office/drawing/2014/main" id="{3466A4E5-649F-10CC-5BDE-051AEB3D8DA5}"/>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1/15/2026</a:t>
            </a:fld>
            <a:endParaRPr lang="en-US"/>
          </a:p>
        </p:txBody>
      </p:sp>
      <p:sp>
        <p:nvSpPr>
          <p:cNvPr id="6" name="Slide Number Placeholder 5">
            <a:extLst>
              <a:ext uri="{FF2B5EF4-FFF2-40B4-BE49-F238E27FC236}">
                <a16:creationId xmlns:a16="http://schemas.microsoft.com/office/drawing/2014/main" id="{9F24DE56-2A77-8CD3-7525-9B40F4D7A9E6}"/>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10</a:t>
            </a:fld>
            <a:endParaRPr lang="en-US"/>
          </a:p>
        </p:txBody>
      </p:sp>
      <p:sp>
        <p:nvSpPr>
          <p:cNvPr id="3" name="TextBox 2">
            <a:extLst>
              <a:ext uri="{FF2B5EF4-FFF2-40B4-BE49-F238E27FC236}">
                <a16:creationId xmlns:a16="http://schemas.microsoft.com/office/drawing/2014/main" id="{2DDF9938-E3ED-2308-8A20-9A672014FC33}"/>
              </a:ext>
            </a:extLst>
          </p:cNvPr>
          <p:cNvSpPr txBox="1"/>
          <p:nvPr/>
        </p:nvSpPr>
        <p:spPr>
          <a:xfrm>
            <a:off x="429767" y="1866900"/>
            <a:ext cx="4032505" cy="4093428"/>
          </a:xfrm>
          <a:prstGeom prst="rect">
            <a:avLst/>
          </a:prstGeom>
          <a:noFill/>
        </p:spPr>
        <p:txBody>
          <a:bodyPr wrap="square" rtlCol="0">
            <a:spAutoFit/>
          </a:bodyPr>
          <a:lstStyle/>
          <a:p>
            <a:r>
              <a:rPr lang="en-US" sz="2000" dirty="0"/>
              <a:t>Through preliminary runs of the app on several platforms, we project that Fashion-Insta will generate:</a:t>
            </a:r>
          </a:p>
          <a:p>
            <a:endParaRPr lang="en-US" sz="2000" dirty="0"/>
          </a:p>
          <a:p>
            <a:pPr marL="285750" indent="-285750">
              <a:buFont typeface="Arial" panose="020B0604020202020204" pitchFamily="34" charset="0"/>
              <a:buChar char="•"/>
            </a:pPr>
            <a:r>
              <a:rPr lang="en-US" sz="2000" dirty="0"/>
              <a:t>$300MM in year1</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dirty="0"/>
              <a:t>$300MM in year2</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dirty="0"/>
              <a:t>$400MM(year 3). </a:t>
            </a:r>
          </a:p>
          <a:p>
            <a:pPr marL="285750" indent="-285750">
              <a:buFont typeface="Arial" panose="020B0604020202020204" pitchFamily="34" charset="0"/>
              <a:buChar char="•"/>
            </a:pPr>
            <a:endParaRPr lang="en-US" sz="2000" dirty="0"/>
          </a:p>
          <a:p>
            <a:r>
              <a:rPr lang="en-US" sz="2000" dirty="0"/>
              <a:t>Clear pattern in sales and profit growth.</a:t>
            </a:r>
          </a:p>
        </p:txBody>
      </p:sp>
      <p:pic>
        <p:nvPicPr>
          <p:cNvPr id="9" name="Picture 8">
            <a:extLst>
              <a:ext uri="{FF2B5EF4-FFF2-40B4-BE49-F238E27FC236}">
                <a16:creationId xmlns:a16="http://schemas.microsoft.com/office/drawing/2014/main" id="{E90A4645-E564-AE49-0E23-DA13F31395CA}"/>
              </a:ext>
            </a:extLst>
          </p:cNvPr>
          <p:cNvPicPr>
            <a:picLocks noChangeAspect="1"/>
          </p:cNvPicPr>
          <p:nvPr/>
        </p:nvPicPr>
        <p:blipFill>
          <a:blip r:embed="rId2"/>
          <a:stretch>
            <a:fillRect/>
          </a:stretch>
        </p:blipFill>
        <p:spPr>
          <a:xfrm>
            <a:off x="4346089" y="876301"/>
            <a:ext cx="7302342" cy="5321299"/>
          </a:xfrm>
          <a:prstGeom prst="rect">
            <a:avLst/>
          </a:prstGeom>
        </p:spPr>
      </p:pic>
      <p:cxnSp>
        <p:nvCxnSpPr>
          <p:cNvPr id="7" name="Straight Arrow Connector 6">
            <a:extLst>
              <a:ext uri="{FF2B5EF4-FFF2-40B4-BE49-F238E27FC236}">
                <a16:creationId xmlns:a16="http://schemas.microsoft.com/office/drawing/2014/main" id="{CFC7659B-9DE2-5B86-D6FB-86FFA022B10C}"/>
              </a:ext>
            </a:extLst>
          </p:cNvPr>
          <p:cNvCxnSpPr/>
          <p:nvPr/>
        </p:nvCxnSpPr>
        <p:spPr>
          <a:xfrm flipV="1">
            <a:off x="5080000" y="2959100"/>
            <a:ext cx="5842000" cy="1562100"/>
          </a:xfrm>
          <a:prstGeom prst="straightConnector1">
            <a:avLst/>
          </a:prstGeom>
          <a:ln w="53975" cap="flat" cmpd="sng" algn="ctr">
            <a:solidFill>
              <a:srgbClr val="00B050"/>
            </a:solidFill>
            <a:prstDash val="dash"/>
            <a:round/>
            <a:headEnd type="none" w="med" len="med"/>
            <a:tailEnd type="stealth"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0544768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B6BD5A05-6230-D62B-6777-84C6A29B3F9A}"/>
              </a:ext>
            </a:extLst>
          </p:cNvPr>
          <p:cNvPicPr>
            <a:picLocks noGrp="1" noChangeAspect="1"/>
          </p:cNvPicPr>
          <p:nvPr>
            <p:ph idx="1"/>
          </p:nvPr>
        </p:nvPicPr>
        <p:blipFill>
          <a:blip r:embed="rId2"/>
          <a:stretch>
            <a:fillRect/>
          </a:stretch>
        </p:blipFill>
        <p:spPr>
          <a:xfrm>
            <a:off x="1023188" y="68264"/>
            <a:ext cx="9517812" cy="6305550"/>
          </a:xfrm>
          <a:prstGeom prst="rect">
            <a:avLst/>
          </a:prstGeom>
          <a:noFill/>
        </p:spPr>
      </p:pic>
      <p:sp>
        <p:nvSpPr>
          <p:cNvPr id="4" name="Date Placeholder 3" hidden="1">
            <a:extLst>
              <a:ext uri="{FF2B5EF4-FFF2-40B4-BE49-F238E27FC236}">
                <a16:creationId xmlns:a16="http://schemas.microsoft.com/office/drawing/2014/main" id="{E2A27FCE-F76A-183B-57D8-F3EFBCEEC802}"/>
              </a:ext>
            </a:extLst>
          </p:cNvPr>
          <p:cNvSpPr>
            <a:spLocks noGrp="1"/>
          </p:cNvSpPr>
          <p:nvPr>
            <p:ph type="dt" sz="half" idx="10"/>
          </p:nvPr>
        </p:nvSpPr>
        <p:spPr/>
        <p:txBody>
          <a:bodyPr/>
          <a:lstStyle/>
          <a:p>
            <a:pPr>
              <a:spcAft>
                <a:spcPts val="600"/>
              </a:spcAft>
            </a:pPr>
            <a:fld id="{FE21D4C7-8630-4B98-978C-30388BBD4EE8}" type="datetime1">
              <a:rPr lang="en-US" smtClean="0"/>
              <a:pPr>
                <a:spcAft>
                  <a:spcPts val="600"/>
                </a:spcAft>
              </a:pPr>
              <a:t>1/15/2026</a:t>
            </a:fld>
            <a:endParaRPr lang="en-US"/>
          </a:p>
        </p:txBody>
      </p:sp>
      <p:sp>
        <p:nvSpPr>
          <p:cNvPr id="6" name="Slide Number Placeholder 5" hidden="1">
            <a:extLst>
              <a:ext uri="{FF2B5EF4-FFF2-40B4-BE49-F238E27FC236}">
                <a16:creationId xmlns:a16="http://schemas.microsoft.com/office/drawing/2014/main" id="{1A271809-2016-4388-EE6A-FFBF3E8C05E5}"/>
              </a:ext>
            </a:extLst>
          </p:cNvPr>
          <p:cNvSpPr>
            <a:spLocks noGrp="1"/>
          </p:cNvSpPr>
          <p:nvPr>
            <p:ph type="sldNum" sz="quarter" idx="12"/>
          </p:nvPr>
        </p:nvSpPr>
        <p:spPr/>
        <p:txBody>
          <a:bodyPr/>
          <a:lstStyle/>
          <a:p>
            <a:pPr>
              <a:spcAft>
                <a:spcPts val="600"/>
              </a:spcAft>
            </a:pPr>
            <a:fld id="{84C450F2-3BB4-4AE4-8A35-A9D7AEA4C850}" type="slidenum">
              <a:rPr lang="en-US" smtClean="0"/>
              <a:pPr>
                <a:spcAft>
                  <a:spcPts val="600"/>
                </a:spcAft>
              </a:pPr>
              <a:t>11</a:t>
            </a:fld>
            <a:endParaRPr lang="en-US"/>
          </a:p>
        </p:txBody>
      </p:sp>
      <p:sp>
        <p:nvSpPr>
          <p:cNvPr id="2" name="Date Placeholder 3">
            <a:extLst>
              <a:ext uri="{FF2B5EF4-FFF2-40B4-BE49-F238E27FC236}">
                <a16:creationId xmlns:a16="http://schemas.microsoft.com/office/drawing/2014/main" id="{F4883AEE-1D5B-4BE1-5D06-BF6BF379ECA0}"/>
              </a:ext>
            </a:extLst>
          </p:cNvPr>
          <p:cNvSpPr txBox="1">
            <a:spLocks/>
          </p:cNvSpPr>
          <p:nvPr/>
        </p:nvSpPr>
        <p:spPr>
          <a:xfrm>
            <a:off x="456572" y="6490524"/>
            <a:ext cx="2841959" cy="336141"/>
          </a:xfrm>
          <a:prstGeom prst="rect">
            <a:avLst/>
          </a:prstGeom>
        </p:spPr>
        <p:txBody>
          <a:bodyPr vert="horz" lIns="91440" tIns="45720" rIns="91440" bIns="45720" rtlCol="0" anchor="ctr"/>
          <a:lstStyle>
            <a:defPPr>
              <a:defRPr lang="en-US"/>
            </a:defPPr>
            <a:lvl1pPr marL="0" algn="l"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FE21D4C7-8630-4B98-978C-30388BBD4EE8}" type="datetime1">
              <a:rPr lang="en-US" smtClean="0"/>
              <a:pPr/>
              <a:t>1/15/2026</a:t>
            </a:fld>
            <a:endParaRPr lang="en-US" dirty="0"/>
          </a:p>
        </p:txBody>
      </p:sp>
      <p:sp>
        <p:nvSpPr>
          <p:cNvPr id="3" name="Slide Number Placeholder 5">
            <a:extLst>
              <a:ext uri="{FF2B5EF4-FFF2-40B4-BE49-F238E27FC236}">
                <a16:creationId xmlns:a16="http://schemas.microsoft.com/office/drawing/2014/main" id="{69782264-A165-D392-FE66-D5E655FF0130}"/>
              </a:ext>
            </a:extLst>
          </p:cNvPr>
          <p:cNvSpPr txBox="1">
            <a:spLocks/>
          </p:cNvSpPr>
          <p:nvPr/>
        </p:nvSpPr>
        <p:spPr>
          <a:xfrm>
            <a:off x="11673831" y="6490524"/>
            <a:ext cx="457200" cy="336141"/>
          </a:xfrm>
          <a:prstGeom prst="rect">
            <a:avLst/>
          </a:prstGeom>
        </p:spPr>
        <p:txBody>
          <a:bodyPr vert="horz" lIns="91440" tIns="45720" rIns="91440" bIns="45720" rtlCol="0" anchor="ctr"/>
          <a:lstStyle>
            <a:defPPr>
              <a:defRPr lang="en-US"/>
            </a:defPPr>
            <a:lvl1pPr marL="0" algn="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4C450F2-3BB4-4AE4-8A35-A9D7AEA4C850}" type="slidenum">
              <a:rPr lang="en-US" smtClean="0"/>
              <a:pPr/>
              <a:t>11</a:t>
            </a:fld>
            <a:endParaRPr lang="en-US" dirty="0"/>
          </a:p>
        </p:txBody>
      </p:sp>
      <p:sp>
        <p:nvSpPr>
          <p:cNvPr id="5" name="TextBox 4">
            <a:extLst>
              <a:ext uri="{FF2B5EF4-FFF2-40B4-BE49-F238E27FC236}">
                <a16:creationId xmlns:a16="http://schemas.microsoft.com/office/drawing/2014/main" id="{334DD908-72CE-42D6-294F-2A1ABADEB9ED}"/>
              </a:ext>
            </a:extLst>
          </p:cNvPr>
          <p:cNvSpPr txBox="1"/>
          <p:nvPr/>
        </p:nvSpPr>
        <p:spPr>
          <a:xfrm>
            <a:off x="1877551" y="6311138"/>
            <a:ext cx="4604146" cy="369332"/>
          </a:xfrm>
          <a:prstGeom prst="rect">
            <a:avLst/>
          </a:prstGeom>
          <a:noFill/>
        </p:spPr>
        <p:txBody>
          <a:bodyPr wrap="none" rtlCol="0">
            <a:spAutoFit/>
          </a:bodyPr>
          <a:lstStyle/>
          <a:p>
            <a:r>
              <a:rPr lang="en-US" dirty="0"/>
              <a:t>See Appendix 4 for detailed explanations</a:t>
            </a:r>
          </a:p>
        </p:txBody>
      </p:sp>
    </p:spTree>
    <p:extLst>
      <p:ext uri="{BB962C8B-B14F-4D97-AF65-F5344CB8AC3E}">
        <p14:creationId xmlns:p14="http://schemas.microsoft.com/office/powerpoint/2010/main" val="881761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0527F-A8AB-068C-8F5B-115DCB66A071}"/>
              </a:ext>
            </a:extLst>
          </p:cNvPr>
          <p:cNvSpPr>
            <a:spLocks noGrp="1"/>
          </p:cNvSpPr>
          <p:nvPr>
            <p:ph type="title"/>
          </p:nvPr>
        </p:nvSpPr>
        <p:spPr>
          <a:xfrm>
            <a:off x="353237" y="2668202"/>
            <a:ext cx="2997828" cy="760798"/>
          </a:xfrm>
        </p:spPr>
        <p:txBody>
          <a:bodyPr/>
          <a:lstStyle/>
          <a:p>
            <a:r>
              <a:rPr lang="en-US" dirty="0"/>
              <a:t>milestones</a:t>
            </a:r>
          </a:p>
        </p:txBody>
      </p:sp>
      <p:sp>
        <p:nvSpPr>
          <p:cNvPr id="4" name="Date Placeholder 3">
            <a:extLst>
              <a:ext uri="{FF2B5EF4-FFF2-40B4-BE49-F238E27FC236}">
                <a16:creationId xmlns:a16="http://schemas.microsoft.com/office/drawing/2014/main" id="{5586C93B-142A-B681-6E19-FD467D2DE628}"/>
              </a:ext>
            </a:extLst>
          </p:cNvPr>
          <p:cNvSpPr>
            <a:spLocks noGrp="1"/>
          </p:cNvSpPr>
          <p:nvPr>
            <p:ph type="dt" sz="half" idx="10"/>
          </p:nvPr>
        </p:nvSpPr>
        <p:spPr/>
        <p:txBody>
          <a:bodyPr/>
          <a:lstStyle/>
          <a:p>
            <a:fld id="{FE21D4C7-8630-4B98-978C-30388BBD4EE8}" type="datetime1">
              <a:rPr lang="en-US" smtClean="0"/>
              <a:t>1/15/2026</a:t>
            </a:fld>
            <a:endParaRPr lang="en-US" dirty="0"/>
          </a:p>
        </p:txBody>
      </p:sp>
      <p:sp>
        <p:nvSpPr>
          <p:cNvPr id="6" name="Slide Number Placeholder 5">
            <a:extLst>
              <a:ext uri="{FF2B5EF4-FFF2-40B4-BE49-F238E27FC236}">
                <a16:creationId xmlns:a16="http://schemas.microsoft.com/office/drawing/2014/main" id="{0ECC745C-747F-94F3-B279-F2DF7909B946}"/>
              </a:ext>
            </a:extLst>
          </p:cNvPr>
          <p:cNvSpPr>
            <a:spLocks noGrp="1"/>
          </p:cNvSpPr>
          <p:nvPr>
            <p:ph type="sldNum" sz="quarter" idx="12"/>
          </p:nvPr>
        </p:nvSpPr>
        <p:spPr/>
        <p:txBody>
          <a:bodyPr/>
          <a:lstStyle/>
          <a:p>
            <a:fld id="{84C450F2-3BB4-4AE4-8A35-A9D7AEA4C850}" type="slidenum">
              <a:rPr lang="en-US" smtClean="0"/>
              <a:t>12</a:t>
            </a:fld>
            <a:endParaRPr lang="en-US" dirty="0"/>
          </a:p>
        </p:txBody>
      </p:sp>
      <p:graphicFrame>
        <p:nvGraphicFramePr>
          <p:cNvPr id="5" name="Content Placeholder 7">
            <a:extLst>
              <a:ext uri="{FF2B5EF4-FFF2-40B4-BE49-F238E27FC236}">
                <a16:creationId xmlns:a16="http://schemas.microsoft.com/office/drawing/2014/main" id="{738DB787-BF32-28D6-A6F3-7437B259EC55}"/>
              </a:ext>
            </a:extLst>
          </p:cNvPr>
          <p:cNvGraphicFramePr>
            <a:graphicFrameLocks/>
          </p:cNvGraphicFramePr>
          <p:nvPr>
            <p:extLst>
              <p:ext uri="{D42A27DB-BD31-4B8C-83A1-F6EECF244321}">
                <p14:modId xmlns:p14="http://schemas.microsoft.com/office/powerpoint/2010/main" val="3389511888"/>
              </p:ext>
            </p:extLst>
          </p:nvPr>
        </p:nvGraphicFramePr>
        <p:xfrm>
          <a:off x="2413000" y="228600"/>
          <a:ext cx="9295605" cy="60613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335642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7EF93-EC69-D1FA-F75F-7ABC23196D0A}"/>
              </a:ext>
            </a:extLst>
          </p:cNvPr>
          <p:cNvSpPr>
            <a:spLocks noGrp="1"/>
          </p:cNvSpPr>
          <p:nvPr>
            <p:ph type="title"/>
          </p:nvPr>
        </p:nvSpPr>
        <p:spPr/>
        <p:txBody>
          <a:bodyPr/>
          <a:lstStyle/>
          <a:p>
            <a:r>
              <a:rPr lang="en-US" dirty="0"/>
              <a:t>AGILE Methodology</a:t>
            </a:r>
          </a:p>
        </p:txBody>
      </p:sp>
      <p:sp>
        <p:nvSpPr>
          <p:cNvPr id="3" name="Content Placeholder 2">
            <a:extLst>
              <a:ext uri="{FF2B5EF4-FFF2-40B4-BE49-F238E27FC236}">
                <a16:creationId xmlns:a16="http://schemas.microsoft.com/office/drawing/2014/main" id="{6A624C94-AA80-6DCA-4B0E-A7DF2E716F59}"/>
              </a:ext>
            </a:extLst>
          </p:cNvPr>
          <p:cNvSpPr>
            <a:spLocks noGrp="1"/>
          </p:cNvSpPr>
          <p:nvPr>
            <p:ph idx="1"/>
          </p:nvPr>
        </p:nvSpPr>
        <p:spPr>
          <a:xfrm>
            <a:off x="352515" y="1258403"/>
            <a:ext cx="11125032" cy="4905116"/>
          </a:xfrm>
        </p:spPr>
        <p:txBody>
          <a:bodyPr>
            <a:normAutofit/>
          </a:bodyPr>
          <a:lstStyle/>
          <a:p>
            <a:pPr marL="0" indent="0">
              <a:buNone/>
            </a:pPr>
            <a:r>
              <a:rPr lang="en-US" sz="2000" dirty="0"/>
              <a:t>A project management framework that emphasizes iterative development, collaboration, flexibility and customer feedback allowing teams to adapt to changing requirements and deliver high-quality products efficiently.</a:t>
            </a:r>
          </a:p>
          <a:p>
            <a:pPr marL="0" indent="0">
              <a:buNone/>
            </a:pPr>
            <a:r>
              <a:rPr lang="en-US" sz="2000" dirty="0"/>
              <a:t>The Agile methodology approach breaks projects into smaller manageable phases also known as sprints.</a:t>
            </a:r>
          </a:p>
          <a:p>
            <a:pPr marL="0" indent="0">
              <a:buNone/>
            </a:pPr>
            <a:r>
              <a:rPr lang="en-US" sz="2000" dirty="0"/>
              <a:t>There are three Agile frameworks</a:t>
            </a:r>
          </a:p>
          <a:p>
            <a:pPr lvl="1"/>
            <a:r>
              <a:rPr lang="en-US" sz="1800" dirty="0"/>
              <a:t>Scrum</a:t>
            </a:r>
          </a:p>
          <a:p>
            <a:pPr lvl="1"/>
            <a:r>
              <a:rPr lang="en-US" sz="1800" dirty="0"/>
              <a:t>Kanban</a:t>
            </a:r>
          </a:p>
          <a:p>
            <a:pPr lvl="1"/>
            <a:r>
              <a:rPr lang="en-US" sz="1800" dirty="0"/>
              <a:t>Extreme Programing (XP)</a:t>
            </a:r>
          </a:p>
        </p:txBody>
      </p:sp>
      <p:sp>
        <p:nvSpPr>
          <p:cNvPr id="4" name="Date Placeholder 3">
            <a:extLst>
              <a:ext uri="{FF2B5EF4-FFF2-40B4-BE49-F238E27FC236}">
                <a16:creationId xmlns:a16="http://schemas.microsoft.com/office/drawing/2014/main" id="{D13517B7-12FC-AB3D-BFA8-D9D3AD287791}"/>
              </a:ext>
            </a:extLst>
          </p:cNvPr>
          <p:cNvSpPr>
            <a:spLocks noGrp="1"/>
          </p:cNvSpPr>
          <p:nvPr>
            <p:ph type="dt" sz="half" idx="10"/>
          </p:nvPr>
        </p:nvSpPr>
        <p:spPr/>
        <p:txBody>
          <a:bodyPr/>
          <a:lstStyle/>
          <a:p>
            <a:fld id="{FE21D4C7-8630-4B98-978C-30388BBD4EE8}" type="datetime1">
              <a:rPr lang="en-US" smtClean="0"/>
              <a:t>1/15/2026</a:t>
            </a:fld>
            <a:endParaRPr lang="en-US" dirty="0"/>
          </a:p>
        </p:txBody>
      </p:sp>
      <p:sp>
        <p:nvSpPr>
          <p:cNvPr id="6" name="Slide Number Placeholder 5">
            <a:extLst>
              <a:ext uri="{FF2B5EF4-FFF2-40B4-BE49-F238E27FC236}">
                <a16:creationId xmlns:a16="http://schemas.microsoft.com/office/drawing/2014/main" id="{AAC84777-4E2C-5339-3B6F-8F21D1BD2F1B}"/>
              </a:ext>
            </a:extLst>
          </p:cNvPr>
          <p:cNvSpPr>
            <a:spLocks noGrp="1"/>
          </p:cNvSpPr>
          <p:nvPr>
            <p:ph type="sldNum" sz="quarter" idx="12"/>
          </p:nvPr>
        </p:nvSpPr>
        <p:spPr/>
        <p:txBody>
          <a:bodyPr/>
          <a:lstStyle/>
          <a:p>
            <a:fld id="{84C450F2-3BB4-4AE4-8A35-A9D7AEA4C850}" type="slidenum">
              <a:rPr lang="en-US" smtClean="0"/>
              <a:t>13</a:t>
            </a:fld>
            <a:endParaRPr lang="en-US" dirty="0"/>
          </a:p>
        </p:txBody>
      </p:sp>
      <p:grpSp>
        <p:nvGrpSpPr>
          <p:cNvPr id="8" name="Group 7">
            <a:extLst>
              <a:ext uri="{FF2B5EF4-FFF2-40B4-BE49-F238E27FC236}">
                <a16:creationId xmlns:a16="http://schemas.microsoft.com/office/drawing/2014/main" id="{30A9BB10-A8B7-890A-CE9E-2158D325F072}"/>
              </a:ext>
            </a:extLst>
          </p:cNvPr>
          <p:cNvGrpSpPr/>
          <p:nvPr/>
        </p:nvGrpSpPr>
        <p:grpSpPr>
          <a:xfrm>
            <a:off x="5727509" y="3155243"/>
            <a:ext cx="5750038" cy="3122727"/>
            <a:chOff x="5727509" y="3155243"/>
            <a:chExt cx="5750038" cy="3122727"/>
          </a:xfrm>
          <a:solidFill>
            <a:schemeClr val="bg1"/>
          </a:solidFill>
        </p:grpSpPr>
        <p:pic>
          <p:nvPicPr>
            <p:cNvPr id="5" name="Picture 2" descr="Agile-Development-Stages">
              <a:extLst>
                <a:ext uri="{FF2B5EF4-FFF2-40B4-BE49-F238E27FC236}">
                  <a16:creationId xmlns:a16="http://schemas.microsoft.com/office/drawing/2014/main" id="{778CB172-CC3E-8BC8-F11C-E12F89D861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27509" y="3155243"/>
              <a:ext cx="5615804" cy="3122727"/>
            </a:xfrm>
            <a:prstGeom prst="rect">
              <a:avLst/>
            </a:prstGeom>
            <a:grp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61885736-F13C-03A5-88FB-7941A6B5C5F2}"/>
                </a:ext>
              </a:extLst>
            </p:cNvPr>
            <p:cNvSpPr txBox="1"/>
            <p:nvPr/>
          </p:nvSpPr>
          <p:spPr>
            <a:xfrm>
              <a:off x="9077531" y="5989913"/>
              <a:ext cx="2400016" cy="230832"/>
            </a:xfrm>
            <a:prstGeom prst="rect">
              <a:avLst/>
            </a:prstGeom>
            <a:grpFill/>
          </p:spPr>
          <p:txBody>
            <a:bodyPr wrap="none" rtlCol="0">
              <a:spAutoFit/>
            </a:bodyPr>
            <a:lstStyle/>
            <a:p>
              <a:r>
                <a:rPr lang="en-US" sz="900" dirty="0"/>
                <a:t>Image from adopted from </a:t>
              </a:r>
              <a:r>
                <a:rPr lang="en-US" sz="900" dirty="0" err="1">
                  <a:hlinkClick r:id="rId3"/>
                </a:rPr>
                <a:t>geeksforgeeks</a:t>
              </a:r>
              <a:endParaRPr lang="en-US" sz="900" dirty="0"/>
            </a:p>
          </p:txBody>
        </p:sp>
      </p:grpSp>
    </p:spTree>
    <p:extLst>
      <p:ext uri="{BB962C8B-B14F-4D97-AF65-F5344CB8AC3E}">
        <p14:creationId xmlns:p14="http://schemas.microsoft.com/office/powerpoint/2010/main" val="3673295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CBC53-77EE-07E6-6E64-FE1885EFFAAE}"/>
              </a:ext>
            </a:extLst>
          </p:cNvPr>
          <p:cNvSpPr>
            <a:spLocks noGrp="1"/>
          </p:cNvSpPr>
          <p:nvPr>
            <p:ph type="title"/>
          </p:nvPr>
        </p:nvSpPr>
        <p:spPr/>
        <p:txBody>
          <a:bodyPr/>
          <a:lstStyle/>
          <a:p>
            <a:r>
              <a:rPr lang="en-US" dirty="0"/>
              <a:t>Agile manifesto</a:t>
            </a:r>
          </a:p>
        </p:txBody>
      </p:sp>
      <p:sp>
        <p:nvSpPr>
          <p:cNvPr id="3" name="Content Placeholder 2">
            <a:extLst>
              <a:ext uri="{FF2B5EF4-FFF2-40B4-BE49-F238E27FC236}">
                <a16:creationId xmlns:a16="http://schemas.microsoft.com/office/drawing/2014/main" id="{20B277CA-A1A4-6C92-6349-F9186DFB3572}"/>
              </a:ext>
            </a:extLst>
          </p:cNvPr>
          <p:cNvSpPr>
            <a:spLocks noGrp="1"/>
          </p:cNvSpPr>
          <p:nvPr>
            <p:ph idx="1"/>
          </p:nvPr>
        </p:nvSpPr>
        <p:spPr/>
        <p:txBody>
          <a:bodyPr>
            <a:noAutofit/>
          </a:bodyPr>
          <a:lstStyle/>
          <a:p>
            <a:pPr marL="0" indent="0" fontAlgn="ctr">
              <a:buNone/>
            </a:pPr>
            <a:r>
              <a:rPr lang="en-US" sz="2000" dirty="0"/>
              <a:t>The guiding principles of the agile methodology. Consist of the following four principles</a:t>
            </a:r>
          </a:p>
          <a:p>
            <a:pPr fontAlgn="ctr">
              <a:buFont typeface="+mj-lt"/>
              <a:buAutoNum type="arabicPeriod"/>
            </a:pPr>
            <a:r>
              <a:rPr lang="en-US" sz="2000" b="1" dirty="0"/>
              <a:t>People over Processes</a:t>
            </a:r>
          </a:p>
          <a:p>
            <a:pPr lvl="1"/>
            <a:r>
              <a:rPr lang="en-US" sz="1400" dirty="0"/>
              <a:t>Individuals and interactions over processes and tools.</a:t>
            </a:r>
          </a:p>
          <a:p>
            <a:pPr lvl="1"/>
            <a:r>
              <a:rPr lang="en-US" sz="1400" dirty="0"/>
              <a:t>Emphasizes teamwork and collaboration </a:t>
            </a:r>
          </a:p>
          <a:p>
            <a:pPr fontAlgn="ctr">
              <a:buFont typeface="+mj-lt"/>
              <a:buAutoNum type="arabicPeriod"/>
            </a:pPr>
            <a:r>
              <a:rPr lang="en-US" sz="2000" b="1" dirty="0"/>
              <a:t>Working Software over Documentation</a:t>
            </a:r>
          </a:p>
          <a:p>
            <a:pPr lvl="1"/>
            <a:r>
              <a:rPr lang="en-US" sz="1400" dirty="0"/>
              <a:t>Working product over comprehensive documentation</a:t>
            </a:r>
          </a:p>
          <a:p>
            <a:pPr lvl="1"/>
            <a:r>
              <a:rPr lang="en-US" sz="1400" dirty="0"/>
              <a:t>Focus on delivering working/functional products over lengthy documentation. </a:t>
            </a:r>
          </a:p>
          <a:p>
            <a:pPr fontAlgn="ctr">
              <a:buFont typeface="+mj-lt"/>
              <a:buAutoNum type="arabicPeriod"/>
            </a:pPr>
            <a:r>
              <a:rPr lang="en-US" sz="2000" b="1" dirty="0"/>
              <a:t>Collaboration over Contracts</a:t>
            </a:r>
          </a:p>
          <a:p>
            <a:pPr lvl="1"/>
            <a:r>
              <a:rPr lang="en-US" sz="1400" dirty="0"/>
              <a:t>Customer collaboration over contract negotiation</a:t>
            </a:r>
          </a:p>
          <a:p>
            <a:pPr lvl="1"/>
            <a:r>
              <a:rPr lang="en-US" sz="1400" dirty="0"/>
              <a:t>Close engagement with customer to ensure their requirements and needs are met. </a:t>
            </a:r>
          </a:p>
          <a:p>
            <a:pPr>
              <a:buFont typeface="+mj-lt"/>
              <a:buAutoNum type="arabicPeriod"/>
            </a:pPr>
            <a:r>
              <a:rPr lang="en-US" sz="2000" b="1" dirty="0"/>
              <a:t>Responding to change over following a Plan</a:t>
            </a:r>
          </a:p>
          <a:p>
            <a:pPr lvl="1"/>
            <a:r>
              <a:rPr lang="en-US" sz="1400" dirty="0"/>
              <a:t>Responding to change over following a plan</a:t>
            </a:r>
          </a:p>
          <a:p>
            <a:pPr lvl="1"/>
            <a:r>
              <a:rPr lang="en-US" sz="1400" dirty="0"/>
              <a:t>Allows team to shift/pivot as project requirements change without derailing the project.</a:t>
            </a:r>
          </a:p>
        </p:txBody>
      </p:sp>
      <p:sp>
        <p:nvSpPr>
          <p:cNvPr id="4" name="Date Placeholder 3">
            <a:extLst>
              <a:ext uri="{FF2B5EF4-FFF2-40B4-BE49-F238E27FC236}">
                <a16:creationId xmlns:a16="http://schemas.microsoft.com/office/drawing/2014/main" id="{1B23CB23-8330-A2F6-6E34-CEEF35D497E2}"/>
              </a:ext>
            </a:extLst>
          </p:cNvPr>
          <p:cNvSpPr>
            <a:spLocks noGrp="1"/>
          </p:cNvSpPr>
          <p:nvPr>
            <p:ph type="dt" sz="half" idx="10"/>
          </p:nvPr>
        </p:nvSpPr>
        <p:spPr/>
        <p:txBody>
          <a:bodyPr/>
          <a:lstStyle/>
          <a:p>
            <a:fld id="{FE21D4C7-8630-4B98-978C-30388BBD4EE8}" type="datetime1">
              <a:rPr lang="en-US" smtClean="0"/>
              <a:t>1/15/2026</a:t>
            </a:fld>
            <a:endParaRPr lang="en-US" dirty="0"/>
          </a:p>
        </p:txBody>
      </p:sp>
      <p:sp>
        <p:nvSpPr>
          <p:cNvPr id="6" name="Slide Number Placeholder 5">
            <a:extLst>
              <a:ext uri="{FF2B5EF4-FFF2-40B4-BE49-F238E27FC236}">
                <a16:creationId xmlns:a16="http://schemas.microsoft.com/office/drawing/2014/main" id="{A008F10D-56D8-BED0-D780-1ED72032E28A}"/>
              </a:ext>
            </a:extLst>
          </p:cNvPr>
          <p:cNvSpPr>
            <a:spLocks noGrp="1"/>
          </p:cNvSpPr>
          <p:nvPr>
            <p:ph type="sldNum" sz="quarter" idx="12"/>
          </p:nvPr>
        </p:nvSpPr>
        <p:spPr/>
        <p:txBody>
          <a:bodyPr/>
          <a:lstStyle/>
          <a:p>
            <a:fld id="{84C450F2-3BB4-4AE4-8A35-A9D7AEA4C850}" type="slidenum">
              <a:rPr lang="en-US" smtClean="0"/>
              <a:t>14</a:t>
            </a:fld>
            <a:endParaRPr lang="en-US" dirty="0"/>
          </a:p>
        </p:txBody>
      </p:sp>
    </p:spTree>
    <p:extLst>
      <p:ext uri="{BB962C8B-B14F-4D97-AF65-F5344CB8AC3E}">
        <p14:creationId xmlns:p14="http://schemas.microsoft.com/office/powerpoint/2010/main" val="39821368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638E5D-EF85-5265-BCF1-477AFFB9A476}"/>
              </a:ext>
            </a:extLst>
          </p:cNvPr>
          <p:cNvSpPr>
            <a:spLocks noGrp="1"/>
          </p:cNvSpPr>
          <p:nvPr>
            <p:ph type="title"/>
          </p:nvPr>
        </p:nvSpPr>
        <p:spPr/>
        <p:txBody>
          <a:bodyPr/>
          <a:lstStyle/>
          <a:p>
            <a:r>
              <a:rPr lang="en-US" dirty="0"/>
              <a:t>Benefits of agile</a:t>
            </a:r>
          </a:p>
        </p:txBody>
      </p:sp>
      <p:sp>
        <p:nvSpPr>
          <p:cNvPr id="3" name="Content Placeholder 2">
            <a:extLst>
              <a:ext uri="{FF2B5EF4-FFF2-40B4-BE49-F238E27FC236}">
                <a16:creationId xmlns:a16="http://schemas.microsoft.com/office/drawing/2014/main" id="{A5253791-1BCA-268D-CC30-73CC319007C3}"/>
              </a:ext>
            </a:extLst>
          </p:cNvPr>
          <p:cNvSpPr>
            <a:spLocks noGrp="1"/>
          </p:cNvSpPr>
          <p:nvPr>
            <p:ph idx="1"/>
          </p:nvPr>
        </p:nvSpPr>
        <p:spPr/>
        <p:txBody>
          <a:bodyPr/>
          <a:lstStyle/>
          <a:p>
            <a:r>
              <a:rPr lang="en-US" b="1" dirty="0"/>
              <a:t>Flexibility and adaptability</a:t>
            </a:r>
            <a:r>
              <a:rPr lang="en-US" dirty="0"/>
              <a:t>: Agile allows teams to respond to changes in requirements and market conditions swiftly.</a:t>
            </a:r>
          </a:p>
          <a:p>
            <a:r>
              <a:rPr lang="en-US" b="1" dirty="0"/>
              <a:t>Faster Delivery</a:t>
            </a:r>
            <a:r>
              <a:rPr lang="en-US" dirty="0"/>
              <a:t>: By working in short cycles, teams can deliver functional increments of the product more frequently.</a:t>
            </a:r>
          </a:p>
          <a:p>
            <a:r>
              <a:rPr lang="en-US" b="1" dirty="0"/>
              <a:t>Enhanced Collaboration</a:t>
            </a:r>
            <a:r>
              <a:rPr lang="en-US" dirty="0"/>
              <a:t>: Agile promotes teamwork and communication, leading to better problem-solving and innovation.</a:t>
            </a:r>
          </a:p>
          <a:p>
            <a:r>
              <a:rPr lang="en-US" b="1" dirty="0"/>
              <a:t>Transparency</a:t>
            </a:r>
            <a:r>
              <a:rPr lang="en-US" dirty="0"/>
              <a:t>: Agile keeps stakeholders informed at every stage, ensuring clarity and alignment.</a:t>
            </a:r>
          </a:p>
          <a:p>
            <a:r>
              <a:rPr lang="en-US" b="1" dirty="0"/>
              <a:t>Iterative Development</a:t>
            </a:r>
            <a:r>
              <a:rPr lang="en-US" dirty="0"/>
              <a:t>: Work is done in small, manageable steps, allowing for regular improvements and quick adjustments.</a:t>
            </a:r>
          </a:p>
          <a:p>
            <a:r>
              <a:rPr lang="en-US" b="1" dirty="0"/>
              <a:t>Customer-Centric</a:t>
            </a:r>
            <a:r>
              <a:rPr lang="en-US" dirty="0"/>
              <a:t>: Continuous feedback from customers ensures that the final product aligns with their needs and expectations</a:t>
            </a:r>
          </a:p>
          <a:p>
            <a:endParaRPr lang="en-US" dirty="0"/>
          </a:p>
        </p:txBody>
      </p:sp>
      <p:sp>
        <p:nvSpPr>
          <p:cNvPr id="4" name="Date Placeholder 3">
            <a:extLst>
              <a:ext uri="{FF2B5EF4-FFF2-40B4-BE49-F238E27FC236}">
                <a16:creationId xmlns:a16="http://schemas.microsoft.com/office/drawing/2014/main" id="{838D9976-35DD-ABBF-19AC-CBDAAFB8AAD5}"/>
              </a:ext>
            </a:extLst>
          </p:cNvPr>
          <p:cNvSpPr>
            <a:spLocks noGrp="1"/>
          </p:cNvSpPr>
          <p:nvPr>
            <p:ph type="dt" sz="half" idx="10"/>
          </p:nvPr>
        </p:nvSpPr>
        <p:spPr/>
        <p:txBody>
          <a:bodyPr/>
          <a:lstStyle/>
          <a:p>
            <a:fld id="{FE21D4C7-8630-4B98-978C-30388BBD4EE8}" type="datetime1">
              <a:rPr lang="en-US" smtClean="0"/>
              <a:t>1/15/2026</a:t>
            </a:fld>
            <a:endParaRPr lang="en-US" dirty="0"/>
          </a:p>
        </p:txBody>
      </p:sp>
      <p:sp>
        <p:nvSpPr>
          <p:cNvPr id="6" name="Slide Number Placeholder 5">
            <a:extLst>
              <a:ext uri="{FF2B5EF4-FFF2-40B4-BE49-F238E27FC236}">
                <a16:creationId xmlns:a16="http://schemas.microsoft.com/office/drawing/2014/main" id="{2B0B98B3-EF09-AD0A-4554-6993E892DA29}"/>
              </a:ext>
            </a:extLst>
          </p:cNvPr>
          <p:cNvSpPr>
            <a:spLocks noGrp="1"/>
          </p:cNvSpPr>
          <p:nvPr>
            <p:ph type="sldNum" sz="quarter" idx="12"/>
          </p:nvPr>
        </p:nvSpPr>
        <p:spPr/>
        <p:txBody>
          <a:bodyPr/>
          <a:lstStyle/>
          <a:p>
            <a:fld id="{84C450F2-3BB4-4AE4-8A35-A9D7AEA4C850}" type="slidenum">
              <a:rPr lang="en-US" smtClean="0"/>
              <a:t>15</a:t>
            </a:fld>
            <a:endParaRPr lang="en-US" dirty="0"/>
          </a:p>
        </p:txBody>
      </p:sp>
    </p:spTree>
    <p:extLst>
      <p:ext uri="{BB962C8B-B14F-4D97-AF65-F5344CB8AC3E}">
        <p14:creationId xmlns:p14="http://schemas.microsoft.com/office/powerpoint/2010/main" val="5249670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0934D-7480-1DBE-063E-630E49056814}"/>
              </a:ext>
            </a:extLst>
          </p:cNvPr>
          <p:cNvSpPr>
            <a:spLocks noGrp="1"/>
          </p:cNvSpPr>
          <p:nvPr>
            <p:ph type="title"/>
          </p:nvPr>
        </p:nvSpPr>
        <p:spPr/>
        <p:txBody>
          <a:bodyPr/>
          <a:lstStyle/>
          <a:p>
            <a:r>
              <a:rPr lang="en-US" dirty="0"/>
              <a:t>Risks and mitigation plans</a:t>
            </a:r>
          </a:p>
        </p:txBody>
      </p:sp>
      <p:graphicFrame>
        <p:nvGraphicFramePr>
          <p:cNvPr id="7" name="Content Placeholder 6">
            <a:extLst>
              <a:ext uri="{FF2B5EF4-FFF2-40B4-BE49-F238E27FC236}">
                <a16:creationId xmlns:a16="http://schemas.microsoft.com/office/drawing/2014/main" id="{C4F5D065-132E-4E26-4014-650B953B3ADF}"/>
              </a:ext>
            </a:extLst>
          </p:cNvPr>
          <p:cNvGraphicFramePr>
            <a:graphicFrameLocks noGrp="1"/>
          </p:cNvGraphicFramePr>
          <p:nvPr>
            <p:ph idx="1"/>
            <p:extLst>
              <p:ext uri="{D42A27DB-BD31-4B8C-83A1-F6EECF244321}">
                <p14:modId xmlns:p14="http://schemas.microsoft.com/office/powerpoint/2010/main" val="2084653774"/>
              </p:ext>
            </p:extLst>
          </p:nvPr>
        </p:nvGraphicFramePr>
        <p:xfrm>
          <a:off x="432591" y="1258403"/>
          <a:ext cx="11123613" cy="4663440"/>
        </p:xfrm>
        <a:graphic>
          <a:graphicData uri="http://schemas.openxmlformats.org/drawingml/2006/table">
            <a:tbl>
              <a:tblPr firstRow="1" bandRow="1">
                <a:tableStyleId>{5C22544A-7EE6-4342-B048-85BDC9FD1C3A}</a:tableStyleId>
              </a:tblPr>
              <a:tblGrid>
                <a:gridCol w="1866900">
                  <a:extLst>
                    <a:ext uri="{9D8B030D-6E8A-4147-A177-3AD203B41FA5}">
                      <a16:colId xmlns:a16="http://schemas.microsoft.com/office/drawing/2014/main" val="2319165599"/>
                    </a:ext>
                  </a:extLst>
                </a:gridCol>
                <a:gridCol w="4584700">
                  <a:extLst>
                    <a:ext uri="{9D8B030D-6E8A-4147-A177-3AD203B41FA5}">
                      <a16:colId xmlns:a16="http://schemas.microsoft.com/office/drawing/2014/main" val="2411122095"/>
                    </a:ext>
                  </a:extLst>
                </a:gridCol>
                <a:gridCol w="4672013">
                  <a:extLst>
                    <a:ext uri="{9D8B030D-6E8A-4147-A177-3AD203B41FA5}">
                      <a16:colId xmlns:a16="http://schemas.microsoft.com/office/drawing/2014/main" val="2348851728"/>
                    </a:ext>
                  </a:extLst>
                </a:gridCol>
              </a:tblGrid>
              <a:tr h="250746">
                <a:tc>
                  <a:txBody>
                    <a:bodyPr/>
                    <a:lstStyle/>
                    <a:p>
                      <a:r>
                        <a:rPr lang="en-US" sz="1600" dirty="0"/>
                        <a:t>Category</a:t>
                      </a:r>
                    </a:p>
                  </a:txBody>
                  <a:tcPr/>
                </a:tc>
                <a:tc>
                  <a:txBody>
                    <a:bodyPr/>
                    <a:lstStyle/>
                    <a:p>
                      <a:r>
                        <a:rPr lang="en-US" sz="1600" dirty="0"/>
                        <a:t>Risk</a:t>
                      </a:r>
                    </a:p>
                  </a:txBody>
                  <a:tcPr/>
                </a:tc>
                <a:tc>
                  <a:txBody>
                    <a:bodyPr/>
                    <a:lstStyle/>
                    <a:p>
                      <a:r>
                        <a:rPr lang="en-US" sz="1600" dirty="0"/>
                        <a:t>Mitigation</a:t>
                      </a:r>
                    </a:p>
                  </a:txBody>
                  <a:tcPr/>
                </a:tc>
                <a:extLst>
                  <a:ext uri="{0D108BD9-81ED-4DB2-BD59-A6C34878D82A}">
                    <a16:rowId xmlns:a16="http://schemas.microsoft.com/office/drawing/2014/main" val="2983508556"/>
                  </a:ext>
                </a:extLst>
              </a:tr>
              <a:tr h="21021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kern="1200" dirty="0">
                          <a:solidFill>
                            <a:schemeClr val="dk1"/>
                          </a:solidFill>
                          <a:effectLst/>
                          <a:latin typeface="+mn-lt"/>
                          <a:ea typeface="+mn-ea"/>
                          <a:cs typeface="+mn-cs"/>
                        </a:rPr>
                        <a:t>Technical</a:t>
                      </a:r>
                      <a:endParaRPr lang="en-US" sz="1600" dirty="0"/>
                    </a:p>
                  </a:txBody>
                  <a:tcPr/>
                </a:tc>
                <a:tc>
                  <a:txBody>
                    <a:bodyPr/>
                    <a:lstStyle/>
                    <a:p>
                      <a:pPr rtl="0" fontAlgn="ctr"/>
                      <a:r>
                        <a:rPr lang="en-US" sz="1600" b="1" kern="1200" dirty="0">
                          <a:solidFill>
                            <a:schemeClr val="dk1"/>
                          </a:solidFill>
                          <a:effectLst/>
                          <a:latin typeface="+mn-lt"/>
                          <a:ea typeface="+mn-ea"/>
                          <a:cs typeface="+mn-cs"/>
                        </a:rPr>
                        <a:t>Software Bugs &amp; Integration Issues:</a:t>
                      </a:r>
                      <a:r>
                        <a:rPr lang="en-US" sz="1600" kern="1200" dirty="0">
                          <a:solidFill>
                            <a:schemeClr val="dk1"/>
                          </a:solidFill>
                          <a:effectLst/>
                          <a:latin typeface="+mn-lt"/>
                          <a:ea typeface="+mn-ea"/>
                          <a:cs typeface="+mn-cs"/>
                        </a:rPr>
                        <a:t> Problems with code quality and model bias.</a:t>
                      </a:r>
                    </a:p>
                    <a:p>
                      <a:pPr rtl="0" fontAlgn="ctr"/>
                      <a:endParaRPr lang="en-US" sz="1600" kern="1200" dirty="0">
                        <a:solidFill>
                          <a:schemeClr val="dk1"/>
                        </a:solidFill>
                        <a:effectLst/>
                        <a:latin typeface="+mn-lt"/>
                        <a:ea typeface="+mn-ea"/>
                        <a:cs typeface="+mn-cs"/>
                      </a:endParaRPr>
                    </a:p>
                    <a:p>
                      <a:pPr rtl="0" fontAlgn="ctr"/>
                      <a:r>
                        <a:rPr lang="en-US" sz="1600" b="1" kern="1200" dirty="0">
                          <a:solidFill>
                            <a:schemeClr val="dk1"/>
                          </a:solidFill>
                          <a:effectLst/>
                          <a:latin typeface="+mn-lt"/>
                          <a:ea typeface="+mn-ea"/>
                          <a:cs typeface="+mn-cs"/>
                        </a:rPr>
                        <a:t>Platform Compatibility:</a:t>
                      </a:r>
                      <a:r>
                        <a:rPr lang="en-US" sz="1600" kern="1200" dirty="0">
                          <a:solidFill>
                            <a:schemeClr val="dk1"/>
                          </a:solidFill>
                          <a:effectLst/>
                          <a:latin typeface="+mn-lt"/>
                          <a:ea typeface="+mn-ea"/>
                          <a:cs typeface="+mn-cs"/>
                        </a:rPr>
                        <a:t> continuous updates to remain compatible with new devices and operating systems</a:t>
                      </a:r>
                      <a:endParaRPr lang="en-US" sz="1600" dirty="0"/>
                    </a:p>
                  </a:txBody>
                  <a:tcPr/>
                </a:tc>
                <a:tc>
                  <a:txBody>
                    <a:bodyPr/>
                    <a:lstStyle/>
                    <a:p>
                      <a:pPr rtl="0" fontAlgn="ctr"/>
                      <a:r>
                        <a:rPr lang="en-US" sz="1600" kern="1200" dirty="0">
                          <a:solidFill>
                            <a:schemeClr val="dk1"/>
                          </a:solidFill>
                          <a:effectLst/>
                          <a:latin typeface="+mn-lt"/>
                          <a:ea typeface="+mn-ea"/>
                          <a:cs typeface="+mn-cs"/>
                        </a:rPr>
                        <a:t>Diverse and comprehensive data set.</a:t>
                      </a:r>
                    </a:p>
                    <a:p>
                      <a:pPr rtl="0" fontAlgn="ctr"/>
                      <a:r>
                        <a:rPr lang="en-US" sz="1600" kern="1200" dirty="0">
                          <a:solidFill>
                            <a:schemeClr val="dk1"/>
                          </a:solidFill>
                          <a:effectLst/>
                          <a:latin typeface="+mn-lt"/>
                          <a:ea typeface="+mn-ea"/>
                          <a:cs typeface="+mn-cs"/>
                        </a:rPr>
                        <a:t>Comprehensive testing (unit, integration, and user acceptance).</a:t>
                      </a:r>
                    </a:p>
                    <a:p>
                      <a:pPr rtl="0" fontAlgn="ctr"/>
                      <a:endParaRPr lang="en-US" sz="1600" kern="1200" dirty="0">
                        <a:solidFill>
                          <a:schemeClr val="dk1"/>
                        </a:solidFill>
                        <a:effectLst/>
                        <a:latin typeface="+mn-lt"/>
                        <a:ea typeface="+mn-ea"/>
                        <a:cs typeface="+mn-cs"/>
                      </a:endParaRPr>
                    </a:p>
                    <a:p>
                      <a:pPr rtl="0" fontAlgn="ctr"/>
                      <a:r>
                        <a:rPr lang="en-US" sz="1600" kern="1200" dirty="0">
                          <a:solidFill>
                            <a:schemeClr val="dk1"/>
                          </a:solidFill>
                          <a:effectLst/>
                          <a:latin typeface="+mn-lt"/>
                          <a:ea typeface="+mn-ea"/>
                          <a:cs typeface="+mn-cs"/>
                        </a:rPr>
                        <a:t>Use agile methodologies for iterative development and rapid bug fixes.</a:t>
                      </a:r>
                    </a:p>
                    <a:p>
                      <a:pPr rtl="0" fontAlgn="ctr"/>
                      <a:endParaRPr lang="en-US" sz="1600" kern="1200" dirty="0">
                        <a:solidFill>
                          <a:schemeClr val="dk1"/>
                        </a:solidFill>
                        <a:effectLst/>
                        <a:latin typeface="+mn-lt"/>
                        <a:ea typeface="+mn-ea"/>
                        <a:cs typeface="+mn-cs"/>
                      </a:endParaRPr>
                    </a:p>
                    <a:p>
                      <a:pPr rtl="0" fontAlgn="ctr"/>
                      <a:r>
                        <a:rPr lang="en-US" sz="1600" kern="1200" dirty="0">
                          <a:solidFill>
                            <a:schemeClr val="dk1"/>
                          </a:solidFill>
                          <a:effectLst/>
                          <a:latin typeface="+mn-lt"/>
                          <a:ea typeface="+mn-ea"/>
                          <a:cs typeface="+mn-cs"/>
                        </a:rPr>
                        <a:t>Employ experienced developers and maintain clear documentation</a:t>
                      </a:r>
                      <a:endParaRPr lang="en-US" sz="1600" dirty="0"/>
                    </a:p>
                  </a:txBody>
                  <a:tcPr/>
                </a:tc>
                <a:extLst>
                  <a:ext uri="{0D108BD9-81ED-4DB2-BD59-A6C34878D82A}">
                    <a16:rowId xmlns:a16="http://schemas.microsoft.com/office/drawing/2014/main" val="2264888284"/>
                  </a:ext>
                </a:extLst>
              </a:tr>
              <a:tr h="177012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kern="1200" dirty="0">
                          <a:solidFill>
                            <a:schemeClr val="dk1"/>
                          </a:solidFill>
                          <a:effectLst/>
                          <a:latin typeface="+mn-lt"/>
                          <a:ea typeface="+mn-ea"/>
                          <a:cs typeface="+mn-cs"/>
                        </a:rPr>
                        <a:t>Security &amp; Privacy</a:t>
                      </a:r>
                    </a:p>
                  </a:txBody>
                  <a:tcPr/>
                </a:tc>
                <a:tc>
                  <a:txBody>
                    <a:bodyPr/>
                    <a:lstStyle/>
                    <a:p>
                      <a:pPr rtl="0" fontAlgn="ctr"/>
                      <a:r>
                        <a:rPr lang="en-US" sz="1600" b="1" kern="1200" dirty="0">
                          <a:solidFill>
                            <a:schemeClr val="dk1"/>
                          </a:solidFill>
                          <a:effectLst/>
                          <a:latin typeface="+mn-lt"/>
                          <a:ea typeface="+mn-ea"/>
                          <a:cs typeface="+mn-cs"/>
                        </a:rPr>
                        <a:t>Data Breaches:</a:t>
                      </a:r>
                      <a:r>
                        <a:rPr lang="en-US" sz="1600" kern="1200" dirty="0">
                          <a:solidFill>
                            <a:schemeClr val="dk1"/>
                          </a:solidFill>
                          <a:effectLst/>
                          <a:latin typeface="+mn-lt"/>
                          <a:ea typeface="+mn-ea"/>
                          <a:cs typeface="+mn-cs"/>
                        </a:rPr>
                        <a:t> Insecure data storage, weak encryption, and inadequate authentication can expose user information.</a:t>
                      </a:r>
                    </a:p>
                    <a:p>
                      <a:pPr rtl="0" fontAlgn="ctr"/>
                      <a:endParaRPr lang="en-US" sz="1600" kern="1200" dirty="0">
                        <a:solidFill>
                          <a:schemeClr val="dk1"/>
                        </a:solidFill>
                        <a:effectLst/>
                        <a:latin typeface="+mn-lt"/>
                        <a:ea typeface="+mn-ea"/>
                        <a:cs typeface="+mn-cs"/>
                      </a:endParaRPr>
                    </a:p>
                    <a:p>
                      <a:pPr rtl="0" fontAlgn="ctr"/>
                      <a:r>
                        <a:rPr lang="en-US" sz="1600" b="1" kern="1200" dirty="0">
                          <a:solidFill>
                            <a:schemeClr val="dk1"/>
                          </a:solidFill>
                          <a:effectLst/>
                          <a:latin typeface="+mn-lt"/>
                          <a:ea typeface="+mn-ea"/>
                          <a:cs typeface="+mn-cs"/>
                        </a:rPr>
                        <a:t>Regulatory Compliance:</a:t>
                      </a:r>
                      <a:r>
                        <a:rPr lang="en-US" sz="1600" kern="1200" dirty="0">
                          <a:solidFill>
                            <a:schemeClr val="dk1"/>
                          </a:solidFill>
                          <a:effectLst/>
                          <a:latin typeface="+mn-lt"/>
                          <a:ea typeface="+mn-ea"/>
                          <a:cs typeface="+mn-cs"/>
                        </a:rPr>
                        <a:t> Failure to comply with privacy laws (GDPR, CCPA) can result in legal and financial penalties.</a:t>
                      </a:r>
                    </a:p>
                    <a:p>
                      <a:pPr rtl="0" fontAlgn="ctr"/>
                      <a:endParaRPr lang="en-US" sz="1600" dirty="0"/>
                    </a:p>
                  </a:txBody>
                  <a:tcPr/>
                </a:tc>
                <a:tc>
                  <a:txBody>
                    <a:bodyPr/>
                    <a:lstStyle/>
                    <a:p>
                      <a:pPr rtl="0" fontAlgn="ctr"/>
                      <a:r>
                        <a:rPr lang="en-US" sz="1600" kern="1200" dirty="0">
                          <a:solidFill>
                            <a:schemeClr val="dk1"/>
                          </a:solidFill>
                          <a:effectLst/>
                          <a:latin typeface="+mn-lt"/>
                          <a:ea typeface="+mn-ea"/>
                          <a:cs typeface="+mn-cs"/>
                        </a:rPr>
                        <a:t>Implement robust encryption and secure data transmission protocols.</a:t>
                      </a:r>
                    </a:p>
                    <a:p>
                      <a:pPr rtl="0" fontAlgn="ctr"/>
                      <a:endParaRPr lang="en-US" sz="1600" kern="1200" dirty="0">
                        <a:solidFill>
                          <a:schemeClr val="dk1"/>
                        </a:solidFill>
                        <a:effectLst/>
                        <a:latin typeface="+mn-lt"/>
                        <a:ea typeface="+mn-ea"/>
                        <a:cs typeface="+mn-cs"/>
                      </a:endParaRPr>
                    </a:p>
                    <a:p>
                      <a:pPr rtl="0" fontAlgn="ctr"/>
                      <a:r>
                        <a:rPr lang="en-US" sz="1600" kern="1200" dirty="0">
                          <a:solidFill>
                            <a:schemeClr val="dk1"/>
                          </a:solidFill>
                          <a:effectLst/>
                          <a:latin typeface="+mn-lt"/>
                          <a:ea typeface="+mn-ea"/>
                          <a:cs typeface="+mn-cs"/>
                        </a:rPr>
                        <a:t>Use strong authentication mechanisms (MFA i.e., Azure Authentication).</a:t>
                      </a:r>
                    </a:p>
                    <a:p>
                      <a:pPr rtl="0" fontAlgn="ctr"/>
                      <a:endParaRPr lang="en-US" sz="1600" kern="1200" dirty="0">
                        <a:solidFill>
                          <a:schemeClr val="dk1"/>
                        </a:solidFill>
                        <a:effectLst/>
                        <a:latin typeface="+mn-lt"/>
                        <a:ea typeface="+mn-ea"/>
                        <a:cs typeface="+mn-cs"/>
                      </a:endParaRPr>
                    </a:p>
                    <a:p>
                      <a:pPr rtl="0" fontAlgn="ctr"/>
                      <a:r>
                        <a:rPr lang="en-US" sz="1600" kern="1200" dirty="0">
                          <a:solidFill>
                            <a:schemeClr val="dk1"/>
                          </a:solidFill>
                          <a:effectLst/>
                          <a:latin typeface="+mn-lt"/>
                          <a:ea typeface="+mn-ea"/>
                          <a:cs typeface="+mn-cs"/>
                        </a:rPr>
                        <a:t>Ensure compliance with relevant regulations and provide clear privacy policies.</a:t>
                      </a:r>
                    </a:p>
                  </a:txBody>
                  <a:tcPr/>
                </a:tc>
                <a:extLst>
                  <a:ext uri="{0D108BD9-81ED-4DB2-BD59-A6C34878D82A}">
                    <a16:rowId xmlns:a16="http://schemas.microsoft.com/office/drawing/2014/main" val="1945721192"/>
                  </a:ext>
                </a:extLst>
              </a:tr>
            </a:tbl>
          </a:graphicData>
        </a:graphic>
      </p:graphicFrame>
      <p:sp>
        <p:nvSpPr>
          <p:cNvPr id="4" name="Date Placeholder 3">
            <a:extLst>
              <a:ext uri="{FF2B5EF4-FFF2-40B4-BE49-F238E27FC236}">
                <a16:creationId xmlns:a16="http://schemas.microsoft.com/office/drawing/2014/main" id="{87FAABCC-BEE1-0F69-CC45-6EEE18FD5B49}"/>
              </a:ext>
            </a:extLst>
          </p:cNvPr>
          <p:cNvSpPr>
            <a:spLocks noGrp="1"/>
          </p:cNvSpPr>
          <p:nvPr>
            <p:ph type="dt" sz="half" idx="10"/>
          </p:nvPr>
        </p:nvSpPr>
        <p:spPr/>
        <p:txBody>
          <a:bodyPr/>
          <a:lstStyle/>
          <a:p>
            <a:fld id="{FE21D4C7-8630-4B98-978C-30388BBD4EE8}" type="datetime1">
              <a:rPr lang="en-US" smtClean="0"/>
              <a:t>1/15/2026</a:t>
            </a:fld>
            <a:endParaRPr lang="en-US" dirty="0"/>
          </a:p>
        </p:txBody>
      </p:sp>
      <p:sp>
        <p:nvSpPr>
          <p:cNvPr id="6" name="Slide Number Placeholder 5">
            <a:extLst>
              <a:ext uri="{FF2B5EF4-FFF2-40B4-BE49-F238E27FC236}">
                <a16:creationId xmlns:a16="http://schemas.microsoft.com/office/drawing/2014/main" id="{564B9071-025B-17C4-B1B8-85641C4ACC29}"/>
              </a:ext>
            </a:extLst>
          </p:cNvPr>
          <p:cNvSpPr>
            <a:spLocks noGrp="1"/>
          </p:cNvSpPr>
          <p:nvPr>
            <p:ph type="sldNum" sz="quarter" idx="12"/>
          </p:nvPr>
        </p:nvSpPr>
        <p:spPr/>
        <p:txBody>
          <a:bodyPr/>
          <a:lstStyle/>
          <a:p>
            <a:fld id="{84C450F2-3BB4-4AE4-8A35-A9D7AEA4C850}" type="slidenum">
              <a:rPr lang="en-US" smtClean="0"/>
              <a:t>16</a:t>
            </a:fld>
            <a:endParaRPr lang="en-US" dirty="0"/>
          </a:p>
        </p:txBody>
      </p:sp>
      <p:sp>
        <p:nvSpPr>
          <p:cNvPr id="8" name="TextBox 7">
            <a:extLst>
              <a:ext uri="{FF2B5EF4-FFF2-40B4-BE49-F238E27FC236}">
                <a16:creationId xmlns:a16="http://schemas.microsoft.com/office/drawing/2014/main" id="{1C8341A5-DD7E-9F57-262B-C8157AE29CA7}"/>
              </a:ext>
            </a:extLst>
          </p:cNvPr>
          <p:cNvSpPr txBox="1"/>
          <p:nvPr/>
        </p:nvSpPr>
        <p:spPr>
          <a:xfrm>
            <a:off x="1742044" y="6195366"/>
            <a:ext cx="3637534" cy="369332"/>
          </a:xfrm>
          <a:prstGeom prst="rect">
            <a:avLst/>
          </a:prstGeom>
          <a:noFill/>
        </p:spPr>
        <p:txBody>
          <a:bodyPr wrap="none" rtlCol="0">
            <a:spAutoFit/>
          </a:bodyPr>
          <a:lstStyle/>
          <a:p>
            <a:r>
              <a:rPr lang="en-US" dirty="0"/>
              <a:t>See Appendix 2 for more details</a:t>
            </a:r>
          </a:p>
        </p:txBody>
      </p:sp>
    </p:spTree>
    <p:extLst>
      <p:ext uri="{BB962C8B-B14F-4D97-AF65-F5344CB8AC3E}">
        <p14:creationId xmlns:p14="http://schemas.microsoft.com/office/powerpoint/2010/main" val="6549758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81B86-1C3D-D1EF-72C3-EB3DBB990972}"/>
              </a:ext>
            </a:extLst>
          </p:cNvPr>
          <p:cNvSpPr>
            <a:spLocks noGrp="1"/>
          </p:cNvSpPr>
          <p:nvPr>
            <p:ph type="title"/>
          </p:nvPr>
        </p:nvSpPr>
        <p:spPr/>
        <p:txBody>
          <a:bodyPr/>
          <a:lstStyle/>
          <a:p>
            <a:r>
              <a:rPr lang="en-US" dirty="0"/>
              <a:t>Ethical and Legal issues</a:t>
            </a:r>
          </a:p>
        </p:txBody>
      </p:sp>
      <p:graphicFrame>
        <p:nvGraphicFramePr>
          <p:cNvPr id="8" name="Content Placeholder 7">
            <a:extLst>
              <a:ext uri="{FF2B5EF4-FFF2-40B4-BE49-F238E27FC236}">
                <a16:creationId xmlns:a16="http://schemas.microsoft.com/office/drawing/2014/main" id="{9938163A-0DA9-6C0E-6D10-B1EB31A96E48}"/>
              </a:ext>
            </a:extLst>
          </p:cNvPr>
          <p:cNvGraphicFramePr>
            <a:graphicFrameLocks noGrp="1"/>
          </p:cNvGraphicFramePr>
          <p:nvPr>
            <p:ph idx="1"/>
            <p:extLst>
              <p:ext uri="{D42A27DB-BD31-4B8C-83A1-F6EECF244321}">
                <p14:modId xmlns:p14="http://schemas.microsoft.com/office/powerpoint/2010/main" val="3433918057"/>
              </p:ext>
            </p:extLst>
          </p:nvPr>
        </p:nvGraphicFramePr>
        <p:xfrm>
          <a:off x="431800" y="1384299"/>
          <a:ext cx="11123613" cy="4770083"/>
        </p:xfrm>
        <a:graphic>
          <a:graphicData uri="http://schemas.openxmlformats.org/drawingml/2006/table">
            <a:tbl>
              <a:tblPr firstRow="1" bandRow="1">
                <a:tableStyleId>{5C22544A-7EE6-4342-B048-85BDC9FD1C3A}</a:tableStyleId>
              </a:tblPr>
              <a:tblGrid>
                <a:gridCol w="2095500">
                  <a:extLst>
                    <a:ext uri="{9D8B030D-6E8A-4147-A177-3AD203B41FA5}">
                      <a16:colId xmlns:a16="http://schemas.microsoft.com/office/drawing/2014/main" val="2253973381"/>
                    </a:ext>
                  </a:extLst>
                </a:gridCol>
                <a:gridCol w="5219700">
                  <a:extLst>
                    <a:ext uri="{9D8B030D-6E8A-4147-A177-3AD203B41FA5}">
                      <a16:colId xmlns:a16="http://schemas.microsoft.com/office/drawing/2014/main" val="3038226378"/>
                    </a:ext>
                  </a:extLst>
                </a:gridCol>
                <a:gridCol w="3808413">
                  <a:extLst>
                    <a:ext uri="{9D8B030D-6E8A-4147-A177-3AD203B41FA5}">
                      <a16:colId xmlns:a16="http://schemas.microsoft.com/office/drawing/2014/main" val="2502600827"/>
                    </a:ext>
                  </a:extLst>
                </a:gridCol>
              </a:tblGrid>
              <a:tr h="455964">
                <a:tc>
                  <a:txBody>
                    <a:bodyPr/>
                    <a:lstStyle/>
                    <a:p>
                      <a:r>
                        <a:rPr lang="en-US" sz="2000" dirty="0"/>
                        <a:t>Issue</a:t>
                      </a:r>
                    </a:p>
                  </a:txBody>
                  <a:tcPr/>
                </a:tc>
                <a:tc>
                  <a:txBody>
                    <a:bodyPr/>
                    <a:lstStyle/>
                    <a:p>
                      <a:r>
                        <a:rPr lang="en-US" sz="2000" dirty="0"/>
                        <a:t>Legal/Ethical</a:t>
                      </a:r>
                    </a:p>
                  </a:txBody>
                  <a:tcPr/>
                </a:tc>
                <a:tc>
                  <a:txBody>
                    <a:bodyPr/>
                    <a:lstStyle/>
                    <a:p>
                      <a:r>
                        <a:rPr lang="en-US" sz="2000" dirty="0"/>
                        <a:t>Mitigation</a:t>
                      </a:r>
                    </a:p>
                  </a:txBody>
                  <a:tcPr/>
                </a:tc>
                <a:extLst>
                  <a:ext uri="{0D108BD9-81ED-4DB2-BD59-A6C34878D82A}">
                    <a16:rowId xmlns:a16="http://schemas.microsoft.com/office/drawing/2014/main" val="2538381477"/>
                  </a:ext>
                </a:extLst>
              </a:tr>
              <a:tr h="17887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dk1"/>
                          </a:solidFill>
                          <a:effectLst/>
                          <a:latin typeface="+mn-lt"/>
                          <a:ea typeface="+mn-ea"/>
                          <a:cs typeface="+mn-cs"/>
                        </a:rPr>
                        <a:t>Data Protection and Privacy</a:t>
                      </a:r>
                      <a:endParaRPr lang="en-US" sz="1000" dirty="0"/>
                    </a:p>
                  </a:txBody>
                  <a:tcPr/>
                </a:tc>
                <a:tc>
                  <a:txBody>
                    <a:bodyPr/>
                    <a:lstStyle/>
                    <a:p>
                      <a:pPr rtl="0" fontAlgn="ctr"/>
                      <a:r>
                        <a:rPr lang="en-US" sz="1200" b="1" kern="1200" dirty="0">
                          <a:solidFill>
                            <a:schemeClr val="dk1"/>
                          </a:solidFill>
                          <a:effectLst/>
                          <a:latin typeface="+mn-lt"/>
                          <a:ea typeface="+mn-ea"/>
                          <a:cs typeface="+mn-cs"/>
                        </a:rPr>
                        <a:t>Legal:</a:t>
                      </a:r>
                      <a:r>
                        <a:rPr lang="en-US" sz="1200" kern="1200" dirty="0">
                          <a:solidFill>
                            <a:schemeClr val="dk1"/>
                          </a:solidFill>
                          <a:effectLst/>
                          <a:latin typeface="+mn-lt"/>
                          <a:ea typeface="+mn-ea"/>
                          <a:cs typeface="+mn-cs"/>
                        </a:rPr>
                        <a:t> App must comply with data protection laws such as GDPR (EU), CCPA (California), and other regional regulations. These laws require explicit user consent, clear privacy policies, and mechanisms for users to access, correct, or delete their data.</a:t>
                      </a:r>
                    </a:p>
                    <a:p>
                      <a:pPr rtl="0" fontAlgn="ctr"/>
                      <a:endParaRPr lang="en-US" sz="1200" kern="1200" dirty="0">
                        <a:solidFill>
                          <a:schemeClr val="dk1"/>
                        </a:solidFill>
                        <a:effectLst/>
                        <a:latin typeface="+mn-lt"/>
                        <a:ea typeface="+mn-ea"/>
                        <a:cs typeface="+mn-cs"/>
                      </a:endParaRPr>
                    </a:p>
                    <a:p>
                      <a:pPr rtl="0" fontAlgn="ctr"/>
                      <a:r>
                        <a:rPr lang="en-US" sz="1200" b="1" kern="1200" dirty="0">
                          <a:solidFill>
                            <a:schemeClr val="dk1"/>
                          </a:solidFill>
                          <a:effectLst/>
                          <a:latin typeface="+mn-lt"/>
                          <a:ea typeface="+mn-ea"/>
                          <a:cs typeface="+mn-cs"/>
                        </a:rPr>
                        <a:t>Ethical:</a:t>
                      </a:r>
                      <a:r>
                        <a:rPr lang="en-US" sz="1200" kern="1200" dirty="0">
                          <a:solidFill>
                            <a:schemeClr val="dk1"/>
                          </a:solidFill>
                          <a:effectLst/>
                          <a:latin typeface="+mn-lt"/>
                          <a:ea typeface="+mn-ea"/>
                          <a:cs typeface="+mn-cs"/>
                        </a:rPr>
                        <a:t> Minimize data collection to only what is necessary, be transparent about data usage, and empower users with control over their personal information.</a:t>
                      </a:r>
                    </a:p>
                  </a:txBody>
                  <a:tcPr/>
                </a:tc>
                <a:tc>
                  <a:txBody>
                    <a:bodyPr/>
                    <a:lstStyle/>
                    <a:p>
                      <a:pPr rtl="0" fontAlgn="ctr"/>
                      <a:r>
                        <a:rPr lang="en-US" sz="1200" kern="1200" dirty="0">
                          <a:solidFill>
                            <a:schemeClr val="dk1"/>
                          </a:solidFill>
                          <a:effectLst/>
                          <a:latin typeface="+mn-lt"/>
                          <a:ea typeface="+mn-ea"/>
                          <a:cs typeface="+mn-cs"/>
                        </a:rPr>
                        <a:t>Use Azure’s built-in security features (encryption, secure authentication).</a:t>
                      </a:r>
                    </a:p>
                    <a:p>
                      <a:pPr rtl="0" fontAlgn="ctr"/>
                      <a:endParaRPr lang="en-US" sz="1200" kern="1200" dirty="0">
                        <a:solidFill>
                          <a:schemeClr val="dk1"/>
                        </a:solidFill>
                        <a:effectLst/>
                        <a:latin typeface="+mn-lt"/>
                        <a:ea typeface="+mn-ea"/>
                        <a:cs typeface="+mn-cs"/>
                      </a:endParaRPr>
                    </a:p>
                    <a:p>
                      <a:pPr rtl="0" fontAlgn="ctr"/>
                      <a:r>
                        <a:rPr lang="en-US" sz="1200" kern="1200" dirty="0">
                          <a:solidFill>
                            <a:schemeClr val="dk1"/>
                          </a:solidFill>
                          <a:effectLst/>
                          <a:latin typeface="+mn-lt"/>
                          <a:ea typeface="+mn-ea"/>
                          <a:cs typeface="+mn-cs"/>
                        </a:rPr>
                        <a:t>Implement transparent privacy policies and granular permission controls.</a:t>
                      </a:r>
                    </a:p>
                    <a:p>
                      <a:pPr rtl="0" fontAlgn="ctr"/>
                      <a:endParaRPr lang="en-US" sz="1200" kern="1200" dirty="0">
                        <a:solidFill>
                          <a:schemeClr val="dk1"/>
                        </a:solidFill>
                        <a:effectLst/>
                        <a:latin typeface="+mn-lt"/>
                        <a:ea typeface="+mn-ea"/>
                        <a:cs typeface="+mn-cs"/>
                      </a:endParaRPr>
                    </a:p>
                    <a:p>
                      <a:pPr rtl="0" fontAlgn="ctr"/>
                      <a:r>
                        <a:rPr lang="en-US" sz="1200" kern="1200" dirty="0">
                          <a:solidFill>
                            <a:schemeClr val="dk1"/>
                          </a:solidFill>
                          <a:effectLst/>
                          <a:latin typeface="+mn-lt"/>
                          <a:ea typeface="+mn-ea"/>
                          <a:cs typeface="+mn-cs"/>
                        </a:rPr>
                        <a:t>Regularly audit data practices and update security protocols.</a:t>
                      </a:r>
                    </a:p>
                  </a:txBody>
                  <a:tcPr/>
                </a:tc>
                <a:extLst>
                  <a:ext uri="{0D108BD9-81ED-4DB2-BD59-A6C34878D82A}">
                    <a16:rowId xmlns:a16="http://schemas.microsoft.com/office/drawing/2014/main" val="2322852767"/>
                  </a:ext>
                </a:extLst>
              </a:tr>
              <a:tr h="1367891">
                <a:tc>
                  <a:txBody>
                    <a:bodyPr/>
                    <a:lstStyle/>
                    <a:p>
                      <a:r>
                        <a:rPr lang="en-US" sz="1200" b="1" kern="1200" dirty="0">
                          <a:solidFill>
                            <a:schemeClr val="dk1"/>
                          </a:solidFill>
                          <a:effectLst/>
                          <a:latin typeface="+mn-lt"/>
                          <a:ea typeface="+mn-ea"/>
                          <a:cs typeface="+mn-cs"/>
                        </a:rPr>
                        <a:t>Intellectual Property Rights</a:t>
                      </a:r>
                      <a:endParaRPr lang="en-US" sz="1200" dirty="0"/>
                    </a:p>
                  </a:txBody>
                  <a:tcPr/>
                </a:tc>
                <a:tc>
                  <a:txBody>
                    <a:bodyPr/>
                    <a:lstStyle/>
                    <a:p>
                      <a:pPr rtl="0" fontAlgn="ctr"/>
                      <a:r>
                        <a:rPr lang="en-US" sz="1200" b="1" kern="1200" dirty="0">
                          <a:solidFill>
                            <a:schemeClr val="dk1"/>
                          </a:solidFill>
                          <a:effectLst/>
                          <a:latin typeface="+mn-lt"/>
                          <a:ea typeface="+mn-ea"/>
                          <a:cs typeface="+mn-cs"/>
                        </a:rPr>
                        <a:t>Legal:</a:t>
                      </a:r>
                      <a:r>
                        <a:rPr lang="en-US" sz="1200" kern="1200" dirty="0">
                          <a:solidFill>
                            <a:schemeClr val="dk1"/>
                          </a:solidFill>
                          <a:effectLst/>
                          <a:latin typeface="+mn-lt"/>
                          <a:ea typeface="+mn-ea"/>
                          <a:cs typeface="+mn-cs"/>
                        </a:rPr>
                        <a:t> Using unlicensed assets or code can lead to infringement lawsuits. Protecting original content (code, designs, logos) and respecting third-party IP is crucial.</a:t>
                      </a:r>
                    </a:p>
                    <a:p>
                      <a:pPr rtl="0" fontAlgn="ctr"/>
                      <a:endParaRPr lang="en-US" sz="1200" kern="1200" dirty="0">
                        <a:solidFill>
                          <a:schemeClr val="dk1"/>
                        </a:solidFill>
                        <a:effectLst/>
                        <a:latin typeface="+mn-lt"/>
                        <a:ea typeface="+mn-ea"/>
                        <a:cs typeface="+mn-cs"/>
                      </a:endParaRPr>
                    </a:p>
                    <a:p>
                      <a:pPr rtl="0" fontAlgn="ctr"/>
                      <a:r>
                        <a:rPr lang="en-US" sz="1200" b="1" kern="1200" dirty="0">
                          <a:solidFill>
                            <a:schemeClr val="dk1"/>
                          </a:solidFill>
                          <a:effectLst/>
                          <a:latin typeface="+mn-lt"/>
                          <a:ea typeface="+mn-ea"/>
                          <a:cs typeface="+mn-cs"/>
                        </a:rPr>
                        <a:t>Ethical:</a:t>
                      </a:r>
                      <a:r>
                        <a:rPr lang="en-US" sz="1200" kern="1200" dirty="0">
                          <a:solidFill>
                            <a:schemeClr val="dk1"/>
                          </a:solidFill>
                          <a:effectLst/>
                          <a:latin typeface="+mn-lt"/>
                          <a:ea typeface="+mn-ea"/>
                          <a:cs typeface="+mn-cs"/>
                        </a:rPr>
                        <a:t> Always credit and obtain permission for third-party resources.</a:t>
                      </a:r>
                    </a:p>
                  </a:txBody>
                  <a:tcPr/>
                </a:tc>
                <a:tc>
                  <a:txBody>
                    <a:bodyPr/>
                    <a:lstStyle/>
                    <a:p>
                      <a:pPr rtl="0" fontAlgn="ctr"/>
                      <a:r>
                        <a:rPr lang="en-US" sz="1200" kern="1200" dirty="0">
                          <a:solidFill>
                            <a:schemeClr val="dk1"/>
                          </a:solidFill>
                          <a:effectLst/>
                          <a:latin typeface="+mn-lt"/>
                          <a:ea typeface="+mn-ea"/>
                          <a:cs typeface="+mn-cs"/>
                        </a:rPr>
                        <a:t>Register copyrights and trademarks for our app’s unique feature.</a:t>
                      </a:r>
                    </a:p>
                    <a:p>
                      <a:pPr rtl="0" fontAlgn="ctr"/>
                      <a:endParaRPr lang="en-US" sz="1200" kern="1200" dirty="0">
                        <a:solidFill>
                          <a:schemeClr val="dk1"/>
                        </a:solidFill>
                        <a:effectLst/>
                        <a:latin typeface="+mn-lt"/>
                        <a:ea typeface="+mn-ea"/>
                        <a:cs typeface="+mn-cs"/>
                      </a:endParaRPr>
                    </a:p>
                    <a:p>
                      <a:pPr rtl="0" fontAlgn="ctr"/>
                      <a:r>
                        <a:rPr lang="en-US" sz="1200" kern="1200" dirty="0">
                          <a:solidFill>
                            <a:schemeClr val="dk1"/>
                          </a:solidFill>
                          <a:effectLst/>
                          <a:latin typeface="+mn-lt"/>
                          <a:ea typeface="+mn-ea"/>
                          <a:cs typeface="+mn-cs"/>
                        </a:rPr>
                        <a:t>Use only licensed third-party libraries and assets.</a:t>
                      </a:r>
                    </a:p>
                  </a:txBody>
                  <a:tcPr/>
                </a:tc>
                <a:extLst>
                  <a:ext uri="{0D108BD9-81ED-4DB2-BD59-A6C34878D82A}">
                    <a16:rowId xmlns:a16="http://schemas.microsoft.com/office/drawing/2014/main" val="4141167483"/>
                  </a:ext>
                </a:extLst>
              </a:tr>
              <a:tr h="1157447">
                <a:tc>
                  <a:txBody>
                    <a:bodyPr/>
                    <a:lstStyle/>
                    <a:p>
                      <a:r>
                        <a:rPr lang="en-US" sz="1200" b="1" kern="1200" dirty="0">
                          <a:solidFill>
                            <a:schemeClr val="dk1"/>
                          </a:solidFill>
                          <a:effectLst/>
                          <a:latin typeface="+mn-lt"/>
                          <a:ea typeface="+mn-ea"/>
                          <a:cs typeface="+mn-cs"/>
                        </a:rPr>
                        <a:t>Accessibility and Inclusivity</a:t>
                      </a:r>
                      <a:endParaRPr lang="en-US" sz="1000" dirty="0"/>
                    </a:p>
                  </a:txBody>
                  <a:tcPr/>
                </a:tc>
                <a:tc>
                  <a:txBody>
                    <a:bodyPr/>
                    <a:lstStyle/>
                    <a:p>
                      <a:pPr rtl="0" fontAlgn="ctr"/>
                      <a:r>
                        <a:rPr lang="en-US" sz="1200" b="1" kern="1200" dirty="0">
                          <a:solidFill>
                            <a:schemeClr val="dk1"/>
                          </a:solidFill>
                          <a:effectLst/>
                          <a:latin typeface="+mn-lt"/>
                          <a:ea typeface="+mn-ea"/>
                          <a:cs typeface="+mn-cs"/>
                        </a:rPr>
                        <a:t>Legal:</a:t>
                      </a:r>
                      <a:r>
                        <a:rPr lang="en-US" sz="1200" kern="1200" dirty="0">
                          <a:solidFill>
                            <a:schemeClr val="dk1"/>
                          </a:solidFill>
                          <a:effectLst/>
                          <a:latin typeface="+mn-lt"/>
                          <a:ea typeface="+mn-ea"/>
                          <a:cs typeface="+mn-cs"/>
                        </a:rPr>
                        <a:t> Many jurisdictions require digital products to be accessible to users with disabilities (e.g., ADA in the US, WCAG guidelines).</a:t>
                      </a:r>
                    </a:p>
                    <a:p>
                      <a:pPr rtl="0" fontAlgn="ctr"/>
                      <a:endParaRPr lang="en-US" sz="1200" kern="1200" dirty="0">
                        <a:solidFill>
                          <a:schemeClr val="dk1"/>
                        </a:solidFill>
                        <a:effectLst/>
                        <a:latin typeface="+mn-lt"/>
                        <a:ea typeface="+mn-ea"/>
                        <a:cs typeface="+mn-cs"/>
                      </a:endParaRPr>
                    </a:p>
                    <a:p>
                      <a:pPr rtl="0" fontAlgn="ctr"/>
                      <a:r>
                        <a:rPr lang="en-US" sz="1200" b="1" kern="1200" dirty="0">
                          <a:solidFill>
                            <a:schemeClr val="dk1"/>
                          </a:solidFill>
                          <a:effectLst/>
                          <a:latin typeface="+mn-lt"/>
                          <a:ea typeface="+mn-ea"/>
                          <a:cs typeface="+mn-cs"/>
                        </a:rPr>
                        <a:t>Ethical:</a:t>
                      </a:r>
                      <a:r>
                        <a:rPr lang="en-US" sz="1200" kern="1200" dirty="0">
                          <a:solidFill>
                            <a:schemeClr val="dk1"/>
                          </a:solidFill>
                          <a:effectLst/>
                          <a:latin typeface="+mn-lt"/>
                          <a:ea typeface="+mn-ea"/>
                          <a:cs typeface="+mn-cs"/>
                        </a:rPr>
                        <a:t> Apps should be designed for diverse users, including those with disabilities and from different cultures.</a:t>
                      </a:r>
                    </a:p>
                  </a:txBody>
                  <a:tcPr/>
                </a:tc>
                <a:tc>
                  <a:txBody>
                    <a:bodyPr/>
                    <a:lstStyle/>
                    <a:p>
                      <a:pPr rtl="0" fontAlgn="ctr"/>
                      <a:r>
                        <a:rPr lang="en-US" sz="1200" kern="1200" dirty="0">
                          <a:solidFill>
                            <a:schemeClr val="dk1"/>
                          </a:solidFill>
                          <a:effectLst/>
                          <a:latin typeface="+mn-lt"/>
                          <a:ea typeface="+mn-ea"/>
                          <a:cs typeface="+mn-cs"/>
                        </a:rPr>
                        <a:t>Use Azure’s accessibility tools and follow WCAG standards.</a:t>
                      </a:r>
                    </a:p>
                    <a:p>
                      <a:pPr rtl="0" fontAlgn="ctr"/>
                      <a:endParaRPr lang="en-US" sz="1200" kern="1200" dirty="0">
                        <a:solidFill>
                          <a:schemeClr val="dk1"/>
                        </a:solidFill>
                        <a:effectLst/>
                        <a:latin typeface="+mn-lt"/>
                        <a:ea typeface="+mn-ea"/>
                        <a:cs typeface="+mn-cs"/>
                      </a:endParaRPr>
                    </a:p>
                    <a:p>
                      <a:pPr rtl="0" fontAlgn="ctr"/>
                      <a:r>
                        <a:rPr lang="en-US" sz="1200" kern="1200" dirty="0">
                          <a:solidFill>
                            <a:schemeClr val="dk1"/>
                          </a:solidFill>
                          <a:effectLst/>
                          <a:latin typeface="+mn-lt"/>
                          <a:ea typeface="+mn-ea"/>
                          <a:cs typeface="+mn-cs"/>
                        </a:rPr>
                        <a:t>Test app features for usability across a range of abilities and devices.</a:t>
                      </a:r>
                    </a:p>
                  </a:txBody>
                  <a:tcPr/>
                </a:tc>
                <a:extLst>
                  <a:ext uri="{0D108BD9-81ED-4DB2-BD59-A6C34878D82A}">
                    <a16:rowId xmlns:a16="http://schemas.microsoft.com/office/drawing/2014/main" val="4061454972"/>
                  </a:ext>
                </a:extLst>
              </a:tr>
            </a:tbl>
          </a:graphicData>
        </a:graphic>
      </p:graphicFrame>
      <p:sp>
        <p:nvSpPr>
          <p:cNvPr id="4" name="Date Placeholder 3">
            <a:extLst>
              <a:ext uri="{FF2B5EF4-FFF2-40B4-BE49-F238E27FC236}">
                <a16:creationId xmlns:a16="http://schemas.microsoft.com/office/drawing/2014/main" id="{4E7D3957-C998-C9D8-6BBF-02C681F3F9B6}"/>
              </a:ext>
            </a:extLst>
          </p:cNvPr>
          <p:cNvSpPr>
            <a:spLocks noGrp="1"/>
          </p:cNvSpPr>
          <p:nvPr>
            <p:ph type="dt" sz="half" idx="10"/>
          </p:nvPr>
        </p:nvSpPr>
        <p:spPr/>
        <p:txBody>
          <a:bodyPr/>
          <a:lstStyle/>
          <a:p>
            <a:fld id="{FE21D4C7-8630-4B98-978C-30388BBD4EE8}" type="datetime1">
              <a:rPr lang="en-US" smtClean="0"/>
              <a:t>1/15/2026</a:t>
            </a:fld>
            <a:endParaRPr lang="en-US" dirty="0"/>
          </a:p>
        </p:txBody>
      </p:sp>
      <p:sp>
        <p:nvSpPr>
          <p:cNvPr id="6" name="Slide Number Placeholder 5">
            <a:extLst>
              <a:ext uri="{FF2B5EF4-FFF2-40B4-BE49-F238E27FC236}">
                <a16:creationId xmlns:a16="http://schemas.microsoft.com/office/drawing/2014/main" id="{F0B5C917-7655-1457-2FE6-071D4B004A15}"/>
              </a:ext>
            </a:extLst>
          </p:cNvPr>
          <p:cNvSpPr>
            <a:spLocks noGrp="1"/>
          </p:cNvSpPr>
          <p:nvPr>
            <p:ph type="sldNum" sz="quarter" idx="12"/>
          </p:nvPr>
        </p:nvSpPr>
        <p:spPr/>
        <p:txBody>
          <a:bodyPr/>
          <a:lstStyle/>
          <a:p>
            <a:fld id="{84C450F2-3BB4-4AE4-8A35-A9D7AEA4C850}" type="slidenum">
              <a:rPr lang="en-US" smtClean="0"/>
              <a:t>17</a:t>
            </a:fld>
            <a:endParaRPr lang="en-US" dirty="0"/>
          </a:p>
        </p:txBody>
      </p:sp>
      <p:sp>
        <p:nvSpPr>
          <p:cNvPr id="7" name="TextBox 6">
            <a:extLst>
              <a:ext uri="{FF2B5EF4-FFF2-40B4-BE49-F238E27FC236}">
                <a16:creationId xmlns:a16="http://schemas.microsoft.com/office/drawing/2014/main" id="{D02CBA29-0373-91CF-8432-7DA8B396C106}"/>
              </a:ext>
            </a:extLst>
          </p:cNvPr>
          <p:cNvSpPr txBox="1"/>
          <p:nvPr/>
        </p:nvSpPr>
        <p:spPr>
          <a:xfrm>
            <a:off x="1852151" y="6305858"/>
            <a:ext cx="3640740" cy="369332"/>
          </a:xfrm>
          <a:prstGeom prst="rect">
            <a:avLst/>
          </a:prstGeom>
          <a:noFill/>
        </p:spPr>
        <p:txBody>
          <a:bodyPr wrap="none" rtlCol="0">
            <a:spAutoFit/>
          </a:bodyPr>
          <a:lstStyle/>
          <a:p>
            <a:r>
              <a:rPr lang="en-US" dirty="0"/>
              <a:t>See Appendix 3 for more details</a:t>
            </a:r>
          </a:p>
        </p:txBody>
      </p:sp>
    </p:spTree>
    <p:extLst>
      <p:ext uri="{BB962C8B-B14F-4D97-AF65-F5344CB8AC3E}">
        <p14:creationId xmlns:p14="http://schemas.microsoft.com/office/powerpoint/2010/main" val="31317384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56D4F-2062-B3C3-5677-726CCDD7EFCD}"/>
              </a:ext>
            </a:extLst>
          </p:cNvPr>
          <p:cNvSpPr>
            <a:spLocks noGrp="1"/>
          </p:cNvSpPr>
          <p:nvPr>
            <p:ph type="title"/>
          </p:nvPr>
        </p:nvSpPr>
        <p:spPr>
          <a:xfrm>
            <a:off x="429768" y="429768"/>
            <a:ext cx="10890374" cy="1627632"/>
          </a:xfrm>
        </p:spPr>
        <p:txBody>
          <a:bodyPr anchor="t">
            <a:normAutofit/>
          </a:bodyPr>
          <a:lstStyle/>
          <a:p>
            <a:r>
              <a:rPr lang="en-US"/>
              <a:t>Conclusion</a:t>
            </a:r>
          </a:p>
        </p:txBody>
      </p:sp>
      <p:graphicFrame>
        <p:nvGraphicFramePr>
          <p:cNvPr id="10" name="Content Placeholder 2">
            <a:extLst>
              <a:ext uri="{FF2B5EF4-FFF2-40B4-BE49-F238E27FC236}">
                <a16:creationId xmlns:a16="http://schemas.microsoft.com/office/drawing/2014/main" id="{58DFE8CC-8232-B300-1A4F-F93DBCB42F4F}"/>
              </a:ext>
            </a:extLst>
          </p:cNvPr>
          <p:cNvGraphicFramePr>
            <a:graphicFrameLocks noGrp="1"/>
          </p:cNvGraphicFramePr>
          <p:nvPr>
            <p:ph sz="quarter" idx="13"/>
            <p:extLst>
              <p:ext uri="{D42A27DB-BD31-4B8C-83A1-F6EECF244321}">
                <p14:modId xmlns:p14="http://schemas.microsoft.com/office/powerpoint/2010/main" val="2973359834"/>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429768" y="3264408"/>
          <a:ext cx="10890374" cy="28346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Date Placeholder 3">
            <a:extLst>
              <a:ext uri="{FF2B5EF4-FFF2-40B4-BE49-F238E27FC236}">
                <a16:creationId xmlns:a16="http://schemas.microsoft.com/office/drawing/2014/main" id="{BFCD6AE8-998A-10B1-9BE7-D437988994D4}"/>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1/15/2026</a:t>
            </a:fld>
            <a:endParaRPr lang="en-US"/>
          </a:p>
        </p:txBody>
      </p:sp>
      <p:sp>
        <p:nvSpPr>
          <p:cNvPr id="6" name="Slide Number Placeholder 5">
            <a:extLst>
              <a:ext uri="{FF2B5EF4-FFF2-40B4-BE49-F238E27FC236}">
                <a16:creationId xmlns:a16="http://schemas.microsoft.com/office/drawing/2014/main" id="{5AB8B199-EE78-8565-9C38-B24F2F5AEE78}"/>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18</a:t>
            </a:fld>
            <a:endParaRPr lang="en-US"/>
          </a:p>
        </p:txBody>
      </p:sp>
    </p:spTree>
    <p:extLst>
      <p:ext uri="{BB962C8B-B14F-4D97-AF65-F5344CB8AC3E}">
        <p14:creationId xmlns:p14="http://schemas.microsoft.com/office/powerpoint/2010/main" val="898968854"/>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B5C688-E2BB-C035-F03F-65029FD3CD50}"/>
              </a:ext>
            </a:extLst>
          </p:cNvPr>
          <p:cNvSpPr>
            <a:spLocks noGrp="1"/>
          </p:cNvSpPr>
          <p:nvPr>
            <p:ph type="title"/>
          </p:nvPr>
        </p:nvSpPr>
        <p:spPr>
          <a:xfrm>
            <a:off x="431172" y="293303"/>
            <a:ext cx="11125032" cy="621098"/>
          </a:xfrm>
        </p:spPr>
        <p:txBody>
          <a:bodyPr/>
          <a:lstStyle/>
          <a:p>
            <a:r>
              <a:rPr lang="en-US" dirty="0"/>
              <a:t>Appendix 1 : </a:t>
            </a:r>
            <a:r>
              <a:rPr lang="en-US" sz="2000" dirty="0"/>
              <a:t>Project backlog</a:t>
            </a:r>
          </a:p>
        </p:txBody>
      </p:sp>
      <p:pic>
        <p:nvPicPr>
          <p:cNvPr id="8" name="Content Placeholder 7">
            <a:extLst>
              <a:ext uri="{FF2B5EF4-FFF2-40B4-BE49-F238E27FC236}">
                <a16:creationId xmlns:a16="http://schemas.microsoft.com/office/drawing/2014/main" id="{CA12E7D4-257F-9EF7-80A3-2ABD847C926C}"/>
              </a:ext>
            </a:extLst>
          </p:cNvPr>
          <p:cNvPicPr>
            <a:picLocks noGrp="1" noChangeAspect="1"/>
          </p:cNvPicPr>
          <p:nvPr>
            <p:ph idx="1"/>
          </p:nvPr>
        </p:nvPicPr>
        <p:blipFill>
          <a:blip r:embed="rId2"/>
          <a:stretch>
            <a:fillRect/>
          </a:stretch>
        </p:blipFill>
        <p:spPr>
          <a:xfrm>
            <a:off x="280959" y="914401"/>
            <a:ext cx="11425458" cy="5348288"/>
          </a:xfrm>
          <a:prstGeom prst="rect">
            <a:avLst/>
          </a:prstGeom>
        </p:spPr>
      </p:pic>
      <p:sp>
        <p:nvSpPr>
          <p:cNvPr id="4" name="Date Placeholder 3">
            <a:extLst>
              <a:ext uri="{FF2B5EF4-FFF2-40B4-BE49-F238E27FC236}">
                <a16:creationId xmlns:a16="http://schemas.microsoft.com/office/drawing/2014/main" id="{4F3C900F-7F61-2D7E-4EBD-0CCB5AFE7CD5}"/>
              </a:ext>
            </a:extLst>
          </p:cNvPr>
          <p:cNvSpPr>
            <a:spLocks noGrp="1"/>
          </p:cNvSpPr>
          <p:nvPr>
            <p:ph type="dt" sz="half" idx="10"/>
          </p:nvPr>
        </p:nvSpPr>
        <p:spPr/>
        <p:txBody>
          <a:bodyPr/>
          <a:lstStyle/>
          <a:p>
            <a:fld id="{FE21D4C7-8630-4B98-978C-30388BBD4EE8}" type="datetime1">
              <a:rPr lang="en-US" smtClean="0"/>
              <a:t>1/15/2026</a:t>
            </a:fld>
            <a:endParaRPr lang="en-US" dirty="0"/>
          </a:p>
        </p:txBody>
      </p:sp>
      <p:sp>
        <p:nvSpPr>
          <p:cNvPr id="6" name="Slide Number Placeholder 5">
            <a:extLst>
              <a:ext uri="{FF2B5EF4-FFF2-40B4-BE49-F238E27FC236}">
                <a16:creationId xmlns:a16="http://schemas.microsoft.com/office/drawing/2014/main" id="{CF27AEA2-AE74-AF45-822C-3D3AA4AF8146}"/>
              </a:ext>
            </a:extLst>
          </p:cNvPr>
          <p:cNvSpPr>
            <a:spLocks noGrp="1"/>
          </p:cNvSpPr>
          <p:nvPr>
            <p:ph type="sldNum" sz="quarter" idx="12"/>
          </p:nvPr>
        </p:nvSpPr>
        <p:spPr/>
        <p:txBody>
          <a:bodyPr/>
          <a:lstStyle/>
          <a:p>
            <a:fld id="{84C450F2-3BB4-4AE4-8A35-A9D7AEA4C850}" type="slidenum">
              <a:rPr lang="en-US" smtClean="0"/>
              <a:t>19</a:t>
            </a:fld>
            <a:endParaRPr lang="en-US" dirty="0"/>
          </a:p>
        </p:txBody>
      </p:sp>
    </p:spTree>
    <p:extLst>
      <p:ext uri="{BB962C8B-B14F-4D97-AF65-F5344CB8AC3E}">
        <p14:creationId xmlns:p14="http://schemas.microsoft.com/office/powerpoint/2010/main" val="33807180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60C1D-289C-2FF4-32E6-BBA8225584A6}"/>
              </a:ext>
            </a:extLst>
          </p:cNvPr>
          <p:cNvSpPr>
            <a:spLocks noGrp="1"/>
          </p:cNvSpPr>
          <p:nvPr>
            <p:ph type="title"/>
          </p:nvPr>
        </p:nvSpPr>
        <p:spPr>
          <a:xfrm>
            <a:off x="431172" y="293303"/>
            <a:ext cx="11125032" cy="562104"/>
          </a:xfrm>
        </p:spPr>
        <p:txBody>
          <a:bodyPr/>
          <a:lstStyle/>
          <a:p>
            <a:r>
              <a:rPr lang="en-US" dirty="0"/>
              <a:t>Appendix 2: </a:t>
            </a:r>
            <a:r>
              <a:rPr lang="en-US" sz="2000" dirty="0"/>
              <a:t>Risks and mitigation plans</a:t>
            </a:r>
          </a:p>
        </p:txBody>
      </p:sp>
      <p:graphicFrame>
        <p:nvGraphicFramePr>
          <p:cNvPr id="7" name="Content Placeholder 6">
            <a:extLst>
              <a:ext uri="{FF2B5EF4-FFF2-40B4-BE49-F238E27FC236}">
                <a16:creationId xmlns:a16="http://schemas.microsoft.com/office/drawing/2014/main" id="{EE2ACA2C-F676-E3E1-6D7B-064BC90AF387}"/>
              </a:ext>
            </a:extLst>
          </p:cNvPr>
          <p:cNvGraphicFramePr>
            <a:graphicFrameLocks noGrp="1"/>
          </p:cNvGraphicFramePr>
          <p:nvPr>
            <p:ph idx="1"/>
            <p:extLst>
              <p:ext uri="{D42A27DB-BD31-4B8C-83A1-F6EECF244321}">
                <p14:modId xmlns:p14="http://schemas.microsoft.com/office/powerpoint/2010/main" val="2706781630"/>
              </p:ext>
            </p:extLst>
          </p:nvPr>
        </p:nvGraphicFramePr>
        <p:xfrm>
          <a:off x="431172" y="855406"/>
          <a:ext cx="11329656" cy="5623560"/>
        </p:xfrm>
        <a:graphic>
          <a:graphicData uri="http://schemas.openxmlformats.org/drawingml/2006/table">
            <a:tbl>
              <a:tblPr firstRow="1" bandRow="1">
                <a:tableStyleId>{5C22544A-7EE6-4342-B048-85BDC9FD1C3A}</a:tableStyleId>
              </a:tblPr>
              <a:tblGrid>
                <a:gridCol w="2284113">
                  <a:extLst>
                    <a:ext uri="{9D8B030D-6E8A-4147-A177-3AD203B41FA5}">
                      <a16:colId xmlns:a16="http://schemas.microsoft.com/office/drawing/2014/main" val="1154584602"/>
                    </a:ext>
                  </a:extLst>
                </a:gridCol>
                <a:gridCol w="4406968">
                  <a:extLst>
                    <a:ext uri="{9D8B030D-6E8A-4147-A177-3AD203B41FA5}">
                      <a16:colId xmlns:a16="http://schemas.microsoft.com/office/drawing/2014/main" val="4211613862"/>
                    </a:ext>
                  </a:extLst>
                </a:gridCol>
                <a:gridCol w="4638575">
                  <a:extLst>
                    <a:ext uri="{9D8B030D-6E8A-4147-A177-3AD203B41FA5}">
                      <a16:colId xmlns:a16="http://schemas.microsoft.com/office/drawing/2014/main" val="3816682944"/>
                    </a:ext>
                  </a:extLst>
                </a:gridCol>
              </a:tblGrid>
              <a:tr h="255639">
                <a:tc>
                  <a:txBody>
                    <a:bodyPr/>
                    <a:lstStyle/>
                    <a:p>
                      <a:r>
                        <a:rPr lang="en-US" sz="1400" dirty="0"/>
                        <a:t>Category</a:t>
                      </a:r>
                    </a:p>
                  </a:txBody>
                  <a:tcPr/>
                </a:tc>
                <a:tc>
                  <a:txBody>
                    <a:bodyPr/>
                    <a:lstStyle/>
                    <a:p>
                      <a:r>
                        <a:rPr lang="en-US" sz="1400" dirty="0"/>
                        <a:t>Risk</a:t>
                      </a:r>
                    </a:p>
                  </a:txBody>
                  <a:tcPr/>
                </a:tc>
                <a:tc>
                  <a:txBody>
                    <a:bodyPr/>
                    <a:lstStyle/>
                    <a:p>
                      <a:r>
                        <a:rPr lang="en-US" sz="1400" dirty="0"/>
                        <a:t>Mitigation</a:t>
                      </a:r>
                    </a:p>
                  </a:txBody>
                  <a:tcPr/>
                </a:tc>
                <a:extLst>
                  <a:ext uri="{0D108BD9-81ED-4DB2-BD59-A6C34878D82A}">
                    <a16:rowId xmlns:a16="http://schemas.microsoft.com/office/drawing/2014/main" val="520958618"/>
                  </a:ext>
                </a:extLst>
              </a:tr>
              <a:tr h="835115">
                <a:tc>
                  <a:txBody>
                    <a:bodyPr/>
                    <a:lstStyle/>
                    <a:p>
                      <a:r>
                        <a:rPr lang="en-US" sz="1100" b="1" kern="1200" dirty="0">
                          <a:solidFill>
                            <a:schemeClr val="dk1"/>
                          </a:solidFill>
                          <a:effectLst/>
                          <a:latin typeface="+mn-lt"/>
                          <a:ea typeface="+mn-ea"/>
                          <a:cs typeface="+mn-cs"/>
                        </a:rPr>
                        <a:t>Technical</a:t>
                      </a:r>
                      <a:endParaRPr lang="en-US" sz="1100" dirty="0"/>
                    </a:p>
                  </a:txBody>
                  <a:tcPr/>
                </a:tc>
                <a:tc>
                  <a:txBody>
                    <a:bodyPr/>
                    <a:lstStyle/>
                    <a:p>
                      <a:pPr rtl="0" fontAlgn="ctr"/>
                      <a:r>
                        <a:rPr lang="en-US" sz="1100" b="1" kern="1200" dirty="0">
                          <a:solidFill>
                            <a:schemeClr val="dk1"/>
                          </a:solidFill>
                          <a:effectLst/>
                          <a:latin typeface="+mn-lt"/>
                          <a:ea typeface="+mn-ea"/>
                          <a:cs typeface="+mn-cs"/>
                        </a:rPr>
                        <a:t>Software Bugs &amp; Integration Issues:</a:t>
                      </a:r>
                      <a:r>
                        <a:rPr lang="en-US" sz="1100" kern="1200" dirty="0">
                          <a:solidFill>
                            <a:schemeClr val="dk1"/>
                          </a:solidFill>
                          <a:effectLst/>
                          <a:latin typeface="+mn-lt"/>
                          <a:ea typeface="+mn-ea"/>
                          <a:cs typeface="+mn-cs"/>
                        </a:rPr>
                        <a:t> Problems with code quality, compatibility across devices, and integration with third-party services can lead to crashes, poor performance, or data loss.</a:t>
                      </a:r>
                    </a:p>
                    <a:p>
                      <a:pPr rtl="0" fontAlgn="ctr"/>
                      <a:r>
                        <a:rPr lang="en-US" sz="1100" b="1" kern="1200" dirty="0">
                          <a:solidFill>
                            <a:schemeClr val="dk1"/>
                          </a:solidFill>
                          <a:effectLst/>
                          <a:latin typeface="+mn-lt"/>
                          <a:ea typeface="+mn-ea"/>
                          <a:cs typeface="+mn-cs"/>
                        </a:rPr>
                        <a:t>Platform Compatibility:</a:t>
                      </a:r>
                      <a:r>
                        <a:rPr lang="en-US" sz="1100" kern="1200" dirty="0">
                          <a:solidFill>
                            <a:schemeClr val="dk1"/>
                          </a:solidFill>
                          <a:effectLst/>
                          <a:latin typeface="+mn-lt"/>
                          <a:ea typeface="+mn-ea"/>
                          <a:cs typeface="+mn-cs"/>
                        </a:rPr>
                        <a:t> Apps must be continually updated to remain compatible with new devices and operating systems.</a:t>
                      </a:r>
                    </a:p>
                  </a:txBody>
                  <a:tcPr/>
                </a:tc>
                <a:tc>
                  <a:txBody>
                    <a:bodyPr/>
                    <a:lstStyle/>
                    <a:p>
                      <a:pPr rtl="0" fontAlgn="ctr"/>
                      <a:r>
                        <a:rPr lang="en-US" sz="1100" kern="1200" dirty="0">
                          <a:solidFill>
                            <a:schemeClr val="dk1"/>
                          </a:solidFill>
                          <a:effectLst/>
                          <a:latin typeface="+mn-lt"/>
                          <a:ea typeface="+mn-ea"/>
                          <a:cs typeface="+mn-cs"/>
                        </a:rPr>
                        <a:t>Comprehensive testing (unit, integration, and user acceptance).</a:t>
                      </a:r>
                    </a:p>
                    <a:p>
                      <a:pPr rtl="0" fontAlgn="ctr"/>
                      <a:r>
                        <a:rPr lang="en-US" sz="1100" kern="1200" dirty="0">
                          <a:solidFill>
                            <a:schemeClr val="dk1"/>
                          </a:solidFill>
                          <a:effectLst/>
                          <a:latin typeface="+mn-lt"/>
                          <a:ea typeface="+mn-ea"/>
                          <a:cs typeface="+mn-cs"/>
                        </a:rPr>
                        <a:t>Use agile methodologies for iterative development and rapid bug fixes.</a:t>
                      </a:r>
                    </a:p>
                    <a:p>
                      <a:pPr rtl="0" fontAlgn="ctr"/>
                      <a:r>
                        <a:rPr lang="en-US" sz="1100" kern="1200" dirty="0">
                          <a:solidFill>
                            <a:schemeClr val="dk1"/>
                          </a:solidFill>
                          <a:effectLst/>
                          <a:latin typeface="+mn-lt"/>
                          <a:ea typeface="+mn-ea"/>
                          <a:cs typeface="+mn-cs"/>
                        </a:rPr>
                        <a:t>Employ experienced developers and maintain clear documentation.</a:t>
                      </a:r>
                    </a:p>
                  </a:txBody>
                  <a:tcPr/>
                </a:tc>
                <a:extLst>
                  <a:ext uri="{0D108BD9-81ED-4DB2-BD59-A6C34878D82A}">
                    <a16:rowId xmlns:a16="http://schemas.microsoft.com/office/drawing/2014/main" val="2541468262"/>
                  </a:ext>
                </a:extLst>
              </a:tr>
              <a:tr h="976576">
                <a:tc>
                  <a:txBody>
                    <a:bodyPr/>
                    <a:lstStyle/>
                    <a:p>
                      <a:r>
                        <a:rPr lang="en-US" sz="1100" b="1" kern="1200" dirty="0">
                          <a:solidFill>
                            <a:schemeClr val="dk1"/>
                          </a:solidFill>
                          <a:effectLst/>
                          <a:latin typeface="+mn-lt"/>
                          <a:ea typeface="+mn-ea"/>
                          <a:cs typeface="+mn-cs"/>
                        </a:rPr>
                        <a:t>Security &amp; Privacy</a:t>
                      </a:r>
                      <a:endParaRPr lang="en-US" sz="1100" dirty="0"/>
                    </a:p>
                  </a:txBody>
                  <a:tcPr/>
                </a:tc>
                <a:tc>
                  <a:txBody>
                    <a:bodyPr/>
                    <a:lstStyle/>
                    <a:p>
                      <a:pPr rtl="0" fontAlgn="ctr"/>
                      <a:r>
                        <a:rPr lang="en-US" sz="1100" b="1" kern="1200" dirty="0">
                          <a:solidFill>
                            <a:schemeClr val="dk1"/>
                          </a:solidFill>
                          <a:effectLst/>
                          <a:latin typeface="+mn-lt"/>
                          <a:ea typeface="+mn-ea"/>
                          <a:cs typeface="+mn-cs"/>
                        </a:rPr>
                        <a:t>Data Breaches:</a:t>
                      </a:r>
                      <a:r>
                        <a:rPr lang="en-US" sz="1100" kern="1200" dirty="0">
                          <a:solidFill>
                            <a:schemeClr val="dk1"/>
                          </a:solidFill>
                          <a:effectLst/>
                          <a:latin typeface="+mn-lt"/>
                          <a:ea typeface="+mn-ea"/>
                          <a:cs typeface="+mn-cs"/>
                        </a:rPr>
                        <a:t> Mobile apps often handle sensitive user data (personal info, payment details). Insecure data storage, weak encryption, and inadequate authentication can expose users to cyber threats.</a:t>
                      </a:r>
                    </a:p>
                    <a:p>
                      <a:pPr rtl="0" fontAlgn="ctr"/>
                      <a:r>
                        <a:rPr lang="en-US" sz="1100" b="1" kern="1200" dirty="0">
                          <a:solidFill>
                            <a:schemeClr val="dk1"/>
                          </a:solidFill>
                          <a:effectLst/>
                          <a:latin typeface="+mn-lt"/>
                          <a:ea typeface="+mn-ea"/>
                          <a:cs typeface="+mn-cs"/>
                        </a:rPr>
                        <a:t>Regulatory Compliance:</a:t>
                      </a:r>
                      <a:r>
                        <a:rPr lang="en-US" sz="1100" kern="1200" dirty="0">
                          <a:solidFill>
                            <a:schemeClr val="dk1"/>
                          </a:solidFill>
                          <a:effectLst/>
                          <a:latin typeface="+mn-lt"/>
                          <a:ea typeface="+mn-ea"/>
                          <a:cs typeface="+mn-cs"/>
                        </a:rPr>
                        <a:t> Failure to comply with privacy laws (GDPR, CCPA) can result in legal and financial penalties.</a:t>
                      </a:r>
                    </a:p>
                  </a:txBody>
                  <a:tcPr/>
                </a:tc>
                <a:tc>
                  <a:txBody>
                    <a:bodyPr/>
                    <a:lstStyle/>
                    <a:p>
                      <a:pPr rtl="0" fontAlgn="ctr"/>
                      <a:r>
                        <a:rPr lang="en-US" sz="1100" kern="1200" dirty="0">
                          <a:solidFill>
                            <a:schemeClr val="dk1"/>
                          </a:solidFill>
                          <a:effectLst/>
                          <a:latin typeface="+mn-lt"/>
                          <a:ea typeface="+mn-ea"/>
                          <a:cs typeface="+mn-cs"/>
                        </a:rPr>
                        <a:t>Implement robust encryption and secure data transmission protocols.</a:t>
                      </a:r>
                    </a:p>
                    <a:p>
                      <a:pPr rtl="0" fontAlgn="ctr"/>
                      <a:r>
                        <a:rPr lang="en-US" sz="1100" kern="1200" dirty="0">
                          <a:solidFill>
                            <a:schemeClr val="dk1"/>
                          </a:solidFill>
                          <a:effectLst/>
                          <a:latin typeface="+mn-lt"/>
                          <a:ea typeface="+mn-ea"/>
                          <a:cs typeface="+mn-cs"/>
                        </a:rPr>
                        <a:t>Use strong authentication mechanisms (multi-factor authentication) i.e. Azure Authentication</a:t>
                      </a:r>
                    </a:p>
                    <a:p>
                      <a:pPr rtl="0" fontAlgn="ctr"/>
                      <a:r>
                        <a:rPr lang="en-US" sz="1100" kern="1200" dirty="0">
                          <a:solidFill>
                            <a:schemeClr val="dk1"/>
                          </a:solidFill>
                          <a:effectLst/>
                          <a:latin typeface="+mn-lt"/>
                          <a:ea typeface="+mn-ea"/>
                          <a:cs typeface="+mn-cs"/>
                        </a:rPr>
                        <a:t>Regularly update security protocols and conduct vulnerability assessments.</a:t>
                      </a:r>
                    </a:p>
                    <a:p>
                      <a:pPr rtl="0" fontAlgn="ctr"/>
                      <a:r>
                        <a:rPr lang="en-US" sz="1100" kern="1200" dirty="0">
                          <a:solidFill>
                            <a:schemeClr val="dk1"/>
                          </a:solidFill>
                          <a:effectLst/>
                          <a:latin typeface="+mn-lt"/>
                          <a:ea typeface="+mn-ea"/>
                          <a:cs typeface="+mn-cs"/>
                        </a:rPr>
                        <a:t>Ensure compliance with relevant regulations and provide clear privacy policies.</a:t>
                      </a:r>
                    </a:p>
                  </a:txBody>
                  <a:tcPr/>
                </a:tc>
                <a:extLst>
                  <a:ext uri="{0D108BD9-81ED-4DB2-BD59-A6C34878D82A}">
                    <a16:rowId xmlns:a16="http://schemas.microsoft.com/office/drawing/2014/main" val="3929808246"/>
                  </a:ext>
                </a:extLst>
              </a:tr>
              <a:tr h="705565">
                <a:tc>
                  <a:txBody>
                    <a:bodyPr/>
                    <a:lstStyle/>
                    <a:p>
                      <a:r>
                        <a:rPr lang="en-US" sz="1100" b="1" kern="1200" dirty="0">
                          <a:solidFill>
                            <a:schemeClr val="dk1"/>
                          </a:solidFill>
                          <a:effectLst/>
                          <a:latin typeface="+mn-lt"/>
                          <a:ea typeface="+mn-ea"/>
                          <a:cs typeface="+mn-cs"/>
                        </a:rPr>
                        <a:t>Project Management</a:t>
                      </a:r>
                      <a:endParaRPr lang="en-US" sz="1100" dirty="0"/>
                    </a:p>
                  </a:txBody>
                  <a:tcPr/>
                </a:tc>
                <a:tc>
                  <a:txBody>
                    <a:bodyPr/>
                    <a:lstStyle/>
                    <a:p>
                      <a:pPr rtl="0" fontAlgn="ctr"/>
                      <a:r>
                        <a:rPr lang="en-US" sz="1100" b="1" kern="1200" dirty="0">
                          <a:solidFill>
                            <a:schemeClr val="dk1"/>
                          </a:solidFill>
                          <a:effectLst/>
                          <a:latin typeface="+mn-lt"/>
                          <a:ea typeface="+mn-ea"/>
                          <a:cs typeface="+mn-cs"/>
                        </a:rPr>
                        <a:t>Scope Creep:</a:t>
                      </a:r>
                      <a:r>
                        <a:rPr lang="en-US" sz="1100" kern="1200" dirty="0">
                          <a:solidFill>
                            <a:schemeClr val="dk1"/>
                          </a:solidFill>
                          <a:effectLst/>
                          <a:latin typeface="+mn-lt"/>
                          <a:ea typeface="+mn-ea"/>
                          <a:cs typeface="+mn-cs"/>
                        </a:rPr>
                        <a:t> Uncontrolled changes in project scope can lead to delays and budget overruns.</a:t>
                      </a:r>
                    </a:p>
                    <a:p>
                      <a:pPr rtl="0" fontAlgn="ctr"/>
                      <a:r>
                        <a:rPr lang="en-US" sz="1100" b="1" kern="1200" dirty="0">
                          <a:solidFill>
                            <a:schemeClr val="dk1"/>
                          </a:solidFill>
                          <a:effectLst/>
                          <a:latin typeface="+mn-lt"/>
                          <a:ea typeface="+mn-ea"/>
                          <a:cs typeface="+mn-cs"/>
                        </a:rPr>
                        <a:t>Budget Overruns:</a:t>
                      </a:r>
                      <a:r>
                        <a:rPr lang="en-US" sz="1100" kern="1200" dirty="0">
                          <a:solidFill>
                            <a:schemeClr val="dk1"/>
                          </a:solidFill>
                          <a:effectLst/>
                          <a:latin typeface="+mn-lt"/>
                          <a:ea typeface="+mn-ea"/>
                          <a:cs typeface="+mn-cs"/>
                        </a:rPr>
                        <a:t> Poor planning and estimation can cause costs to spiral out of control.</a:t>
                      </a:r>
                    </a:p>
                  </a:txBody>
                  <a:tcPr/>
                </a:tc>
                <a:tc>
                  <a:txBody>
                    <a:bodyPr/>
                    <a:lstStyle/>
                    <a:p>
                      <a:pPr rtl="0" fontAlgn="ctr"/>
                      <a:r>
                        <a:rPr lang="en-US" sz="1100" kern="1200" dirty="0">
                          <a:solidFill>
                            <a:schemeClr val="dk1"/>
                          </a:solidFill>
                          <a:effectLst/>
                          <a:latin typeface="+mn-lt"/>
                          <a:ea typeface="+mn-ea"/>
                          <a:cs typeface="+mn-cs"/>
                        </a:rPr>
                        <a:t>Use a risk assessment matrix to prioritize risks by likelihood and impact.</a:t>
                      </a:r>
                    </a:p>
                    <a:p>
                      <a:pPr rtl="0" fontAlgn="ctr"/>
                      <a:r>
                        <a:rPr lang="en-US" sz="1100" kern="1200" dirty="0">
                          <a:solidFill>
                            <a:schemeClr val="dk1"/>
                          </a:solidFill>
                          <a:effectLst/>
                          <a:latin typeface="+mn-lt"/>
                          <a:ea typeface="+mn-ea"/>
                          <a:cs typeface="+mn-cs"/>
                        </a:rPr>
                        <a:t>Maintain transparent communication and regular check-ins with stakeholders.</a:t>
                      </a:r>
                    </a:p>
                    <a:p>
                      <a:pPr rtl="0" fontAlgn="ctr"/>
                      <a:r>
                        <a:rPr lang="en-US" sz="1100" kern="1200" dirty="0">
                          <a:solidFill>
                            <a:schemeClr val="dk1"/>
                          </a:solidFill>
                          <a:effectLst/>
                          <a:latin typeface="+mn-lt"/>
                          <a:ea typeface="+mn-ea"/>
                          <a:cs typeface="+mn-cs"/>
                        </a:rPr>
                        <a:t>Set clear project milestones and monitor progress closely.</a:t>
                      </a:r>
                    </a:p>
                  </a:txBody>
                  <a:tcPr/>
                </a:tc>
                <a:extLst>
                  <a:ext uri="{0D108BD9-81ED-4DB2-BD59-A6C34878D82A}">
                    <a16:rowId xmlns:a16="http://schemas.microsoft.com/office/drawing/2014/main" val="1853601363"/>
                  </a:ext>
                </a:extLst>
              </a:tr>
              <a:tr h="698838">
                <a:tc>
                  <a:txBody>
                    <a:bodyPr/>
                    <a:lstStyle/>
                    <a:p>
                      <a:r>
                        <a:rPr lang="en-US" sz="1100" b="1" kern="1200" dirty="0">
                          <a:solidFill>
                            <a:schemeClr val="dk1"/>
                          </a:solidFill>
                          <a:effectLst/>
                          <a:latin typeface="+mn-lt"/>
                          <a:ea typeface="+mn-ea"/>
                          <a:cs typeface="+mn-cs"/>
                        </a:rPr>
                        <a:t>Operational</a:t>
                      </a:r>
                      <a:endParaRPr lang="en-US" sz="1100" dirty="0"/>
                    </a:p>
                  </a:txBody>
                  <a:tcPr/>
                </a:tc>
                <a:tc>
                  <a:txBody>
                    <a:bodyPr/>
                    <a:lstStyle/>
                    <a:p>
                      <a:pPr rtl="0" fontAlgn="ctr"/>
                      <a:r>
                        <a:rPr lang="en-US" sz="1100" b="1" kern="1200" dirty="0">
                          <a:solidFill>
                            <a:schemeClr val="dk1"/>
                          </a:solidFill>
                          <a:effectLst/>
                          <a:latin typeface="+mn-lt"/>
                          <a:ea typeface="+mn-ea"/>
                          <a:cs typeface="+mn-cs"/>
                        </a:rPr>
                        <a:t>Resource Allocation:</a:t>
                      </a:r>
                      <a:r>
                        <a:rPr lang="en-US" sz="1100" kern="1200" dirty="0">
                          <a:solidFill>
                            <a:schemeClr val="dk1"/>
                          </a:solidFill>
                          <a:effectLst/>
                          <a:latin typeface="+mn-lt"/>
                          <a:ea typeface="+mn-ea"/>
                          <a:cs typeface="+mn-cs"/>
                        </a:rPr>
                        <a:t> Inadequate resources or poor team management can derail development.</a:t>
                      </a:r>
                    </a:p>
                    <a:p>
                      <a:pPr rtl="0" fontAlgn="ctr"/>
                      <a:r>
                        <a:rPr lang="en-US" sz="1100" b="1" kern="1200" dirty="0">
                          <a:solidFill>
                            <a:schemeClr val="dk1"/>
                          </a:solidFill>
                          <a:effectLst/>
                          <a:latin typeface="+mn-lt"/>
                          <a:ea typeface="+mn-ea"/>
                          <a:cs typeface="+mn-cs"/>
                        </a:rPr>
                        <a:t>Communication Problems:</a:t>
                      </a:r>
                      <a:r>
                        <a:rPr lang="en-US" sz="1100" kern="1200" dirty="0">
                          <a:solidFill>
                            <a:schemeClr val="dk1"/>
                          </a:solidFill>
                          <a:effectLst/>
                          <a:latin typeface="+mn-lt"/>
                          <a:ea typeface="+mn-ea"/>
                          <a:cs typeface="+mn-cs"/>
                        </a:rPr>
                        <a:t> Miscommunication within teams or with stakeholders can result in misaligned objectives.</a:t>
                      </a:r>
                    </a:p>
                  </a:txBody>
                  <a:tcPr/>
                </a:tc>
                <a:tc>
                  <a:txBody>
                    <a:bodyPr/>
                    <a:lstStyle/>
                    <a:p>
                      <a:pPr rtl="0" fontAlgn="ctr"/>
                      <a:r>
                        <a:rPr lang="en-US" sz="1100" kern="1200" dirty="0">
                          <a:solidFill>
                            <a:schemeClr val="dk1"/>
                          </a:solidFill>
                          <a:effectLst/>
                          <a:latin typeface="+mn-lt"/>
                          <a:ea typeface="+mn-ea"/>
                          <a:cs typeface="+mn-cs"/>
                        </a:rPr>
                        <a:t>Hold frequent, formal check-ins and sprint reviews.</a:t>
                      </a:r>
                    </a:p>
                    <a:p>
                      <a:pPr rtl="0" fontAlgn="ctr"/>
                      <a:r>
                        <a:rPr lang="en-US" sz="1100" kern="1200" dirty="0">
                          <a:solidFill>
                            <a:schemeClr val="dk1"/>
                          </a:solidFill>
                          <a:effectLst/>
                          <a:latin typeface="+mn-lt"/>
                          <a:ea typeface="+mn-ea"/>
                          <a:cs typeface="+mn-cs"/>
                        </a:rPr>
                        <a:t>Foster open communication and collaboration among all contributors.</a:t>
                      </a:r>
                    </a:p>
                    <a:p>
                      <a:pPr rtl="0" fontAlgn="ctr"/>
                      <a:r>
                        <a:rPr lang="en-US" sz="1100" kern="1200" dirty="0">
                          <a:solidFill>
                            <a:schemeClr val="dk1"/>
                          </a:solidFill>
                          <a:effectLst/>
                          <a:latin typeface="+mn-lt"/>
                          <a:ea typeface="+mn-ea"/>
                          <a:cs typeface="+mn-cs"/>
                        </a:rPr>
                        <a:t>Assign technical liaisons for outsourced projects.</a:t>
                      </a:r>
                    </a:p>
                    <a:p>
                      <a:endParaRPr lang="en-US" sz="1100" dirty="0"/>
                    </a:p>
                  </a:txBody>
                  <a:tcPr/>
                </a:tc>
                <a:extLst>
                  <a:ext uri="{0D108BD9-81ED-4DB2-BD59-A6C34878D82A}">
                    <a16:rowId xmlns:a16="http://schemas.microsoft.com/office/drawing/2014/main" val="389498832"/>
                  </a:ext>
                </a:extLst>
              </a:tr>
              <a:tr h="629299">
                <a:tc>
                  <a:txBody>
                    <a:bodyPr/>
                    <a:lstStyle/>
                    <a:p>
                      <a:r>
                        <a:rPr lang="en-US" sz="1100" b="1" kern="1200" dirty="0">
                          <a:solidFill>
                            <a:schemeClr val="dk1"/>
                          </a:solidFill>
                          <a:effectLst/>
                          <a:latin typeface="+mn-lt"/>
                          <a:ea typeface="+mn-ea"/>
                          <a:cs typeface="+mn-cs"/>
                        </a:rPr>
                        <a:t>Market &amp; Usability</a:t>
                      </a:r>
                      <a:endParaRPr lang="en-US" sz="1100" dirty="0"/>
                    </a:p>
                  </a:txBody>
                  <a:tcPr/>
                </a:tc>
                <a:tc>
                  <a:txBody>
                    <a:bodyPr/>
                    <a:lstStyle/>
                    <a:p>
                      <a:pPr rtl="0" fontAlgn="ctr"/>
                      <a:r>
                        <a:rPr lang="en-US" sz="1100" b="1" kern="1200" dirty="0">
                          <a:solidFill>
                            <a:schemeClr val="dk1"/>
                          </a:solidFill>
                          <a:effectLst/>
                          <a:latin typeface="+mn-lt"/>
                          <a:ea typeface="+mn-ea"/>
                          <a:cs typeface="+mn-cs"/>
                        </a:rPr>
                        <a:t>Market Competition:</a:t>
                      </a:r>
                      <a:r>
                        <a:rPr lang="en-US" sz="1100" kern="1200" dirty="0">
                          <a:solidFill>
                            <a:schemeClr val="dk1"/>
                          </a:solidFill>
                          <a:effectLst/>
                          <a:latin typeface="+mn-lt"/>
                          <a:ea typeface="+mn-ea"/>
                          <a:cs typeface="+mn-cs"/>
                        </a:rPr>
                        <a:t> Standing out in a crowded app marketplace requires a unique value proposition and flawless functionality.</a:t>
                      </a:r>
                    </a:p>
                    <a:p>
                      <a:pPr rtl="0" fontAlgn="ctr"/>
                      <a:r>
                        <a:rPr lang="en-US" sz="1100" b="1" kern="1200" dirty="0">
                          <a:solidFill>
                            <a:schemeClr val="dk1"/>
                          </a:solidFill>
                          <a:effectLst/>
                          <a:latin typeface="+mn-lt"/>
                          <a:ea typeface="+mn-ea"/>
                          <a:cs typeface="+mn-cs"/>
                        </a:rPr>
                        <a:t>User Experience:</a:t>
                      </a:r>
                      <a:r>
                        <a:rPr lang="en-US" sz="1100" kern="1200" dirty="0">
                          <a:solidFill>
                            <a:schemeClr val="dk1"/>
                          </a:solidFill>
                          <a:effectLst/>
                          <a:latin typeface="+mn-lt"/>
                          <a:ea typeface="+mn-ea"/>
                          <a:cs typeface="+mn-cs"/>
                        </a:rPr>
                        <a:t> Poor usability or accessibility can lead to low adoption and high abandonment rates.</a:t>
                      </a:r>
                    </a:p>
                  </a:txBody>
                  <a:tcPr/>
                </a:tc>
                <a:tc>
                  <a:txBody>
                    <a:bodyPr/>
                    <a:lstStyle/>
                    <a:p>
                      <a:pPr rtl="0" fontAlgn="ctr"/>
                      <a:r>
                        <a:rPr lang="en-US" sz="1100" kern="1200" dirty="0">
                          <a:solidFill>
                            <a:schemeClr val="dk1"/>
                          </a:solidFill>
                          <a:effectLst/>
                          <a:latin typeface="+mn-lt"/>
                          <a:ea typeface="+mn-ea"/>
                          <a:cs typeface="+mn-cs"/>
                        </a:rPr>
                        <a:t>Conduct market research and user testing to refine features.</a:t>
                      </a:r>
                    </a:p>
                    <a:p>
                      <a:pPr rtl="0" fontAlgn="ctr"/>
                      <a:r>
                        <a:rPr lang="en-US" sz="1100" kern="1200" dirty="0">
                          <a:solidFill>
                            <a:schemeClr val="dk1"/>
                          </a:solidFill>
                          <a:effectLst/>
                          <a:latin typeface="+mn-lt"/>
                          <a:ea typeface="+mn-ea"/>
                          <a:cs typeface="+mn-cs"/>
                        </a:rPr>
                        <a:t>Continuously gather user feedback and iterate on design.</a:t>
                      </a:r>
                    </a:p>
                    <a:p>
                      <a:pPr rtl="0" fontAlgn="ctr"/>
                      <a:r>
                        <a:rPr lang="en-US" sz="1100" kern="1200" dirty="0">
                          <a:solidFill>
                            <a:schemeClr val="dk1"/>
                          </a:solidFill>
                          <a:effectLst/>
                          <a:latin typeface="+mn-lt"/>
                          <a:ea typeface="+mn-ea"/>
                          <a:cs typeface="+mn-cs"/>
                        </a:rPr>
                        <a:t>Ensure accessibility standards are met for inclusive user experiences.</a:t>
                      </a:r>
                    </a:p>
                  </a:txBody>
                  <a:tcPr/>
                </a:tc>
                <a:extLst>
                  <a:ext uri="{0D108BD9-81ED-4DB2-BD59-A6C34878D82A}">
                    <a16:rowId xmlns:a16="http://schemas.microsoft.com/office/drawing/2014/main" val="2134207459"/>
                  </a:ext>
                </a:extLst>
              </a:tr>
            </a:tbl>
          </a:graphicData>
        </a:graphic>
      </p:graphicFrame>
      <p:sp>
        <p:nvSpPr>
          <p:cNvPr id="4" name="Date Placeholder 3">
            <a:extLst>
              <a:ext uri="{FF2B5EF4-FFF2-40B4-BE49-F238E27FC236}">
                <a16:creationId xmlns:a16="http://schemas.microsoft.com/office/drawing/2014/main" id="{A9B9CAEE-0886-9509-78C3-1017C05BF668}"/>
              </a:ext>
            </a:extLst>
          </p:cNvPr>
          <p:cNvSpPr>
            <a:spLocks noGrp="1"/>
          </p:cNvSpPr>
          <p:nvPr>
            <p:ph type="dt" sz="half" idx="10"/>
          </p:nvPr>
        </p:nvSpPr>
        <p:spPr/>
        <p:txBody>
          <a:bodyPr/>
          <a:lstStyle/>
          <a:p>
            <a:fld id="{FE21D4C7-8630-4B98-978C-30388BBD4EE8}" type="datetime1">
              <a:rPr lang="en-US" smtClean="0"/>
              <a:t>1/15/2026</a:t>
            </a:fld>
            <a:endParaRPr lang="en-US" dirty="0"/>
          </a:p>
        </p:txBody>
      </p:sp>
      <p:sp>
        <p:nvSpPr>
          <p:cNvPr id="6" name="Slide Number Placeholder 5">
            <a:extLst>
              <a:ext uri="{FF2B5EF4-FFF2-40B4-BE49-F238E27FC236}">
                <a16:creationId xmlns:a16="http://schemas.microsoft.com/office/drawing/2014/main" id="{86EB8218-952C-D684-C853-F487168E4FD8}"/>
              </a:ext>
            </a:extLst>
          </p:cNvPr>
          <p:cNvSpPr>
            <a:spLocks noGrp="1"/>
          </p:cNvSpPr>
          <p:nvPr>
            <p:ph type="sldNum" sz="quarter" idx="12"/>
          </p:nvPr>
        </p:nvSpPr>
        <p:spPr/>
        <p:txBody>
          <a:bodyPr/>
          <a:lstStyle/>
          <a:p>
            <a:fld id="{84C450F2-3BB4-4AE4-8A35-A9D7AEA4C850}" type="slidenum">
              <a:rPr lang="en-US" smtClean="0"/>
              <a:t>20</a:t>
            </a:fld>
            <a:endParaRPr lang="en-US" dirty="0"/>
          </a:p>
        </p:txBody>
      </p:sp>
    </p:spTree>
    <p:extLst>
      <p:ext uri="{BB962C8B-B14F-4D97-AF65-F5344CB8AC3E}">
        <p14:creationId xmlns:p14="http://schemas.microsoft.com/office/powerpoint/2010/main" val="2203828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EB6F03-B8F8-6E56-68D2-4F3F7C44FE52}"/>
              </a:ext>
            </a:extLst>
          </p:cNvPr>
          <p:cNvSpPr>
            <a:spLocks noGrp="1"/>
          </p:cNvSpPr>
          <p:nvPr>
            <p:ph type="title"/>
          </p:nvPr>
        </p:nvSpPr>
        <p:spPr>
          <a:xfrm>
            <a:off x="431172" y="31335"/>
            <a:ext cx="11125032" cy="621098"/>
          </a:xfrm>
        </p:spPr>
        <p:txBody>
          <a:bodyPr/>
          <a:lstStyle/>
          <a:p>
            <a:r>
              <a:rPr lang="en-US" dirty="0"/>
              <a:t>Appendix 3: </a:t>
            </a:r>
            <a:r>
              <a:rPr lang="en-US" sz="2000" dirty="0"/>
              <a:t>Ethical and Legal issues</a:t>
            </a:r>
          </a:p>
        </p:txBody>
      </p:sp>
      <p:graphicFrame>
        <p:nvGraphicFramePr>
          <p:cNvPr id="7" name="Content Placeholder 6">
            <a:extLst>
              <a:ext uri="{FF2B5EF4-FFF2-40B4-BE49-F238E27FC236}">
                <a16:creationId xmlns:a16="http://schemas.microsoft.com/office/drawing/2014/main" id="{875C5937-9FA6-DEF8-452D-A5BF28DC8653}"/>
              </a:ext>
            </a:extLst>
          </p:cNvPr>
          <p:cNvGraphicFramePr>
            <a:graphicFrameLocks noGrp="1"/>
          </p:cNvGraphicFramePr>
          <p:nvPr>
            <p:ph idx="1"/>
            <p:extLst>
              <p:ext uri="{D42A27DB-BD31-4B8C-83A1-F6EECF244321}">
                <p14:modId xmlns:p14="http://schemas.microsoft.com/office/powerpoint/2010/main" val="1804157451"/>
              </p:ext>
            </p:extLst>
          </p:nvPr>
        </p:nvGraphicFramePr>
        <p:xfrm>
          <a:off x="192656" y="680679"/>
          <a:ext cx="11602064" cy="5785263"/>
        </p:xfrm>
        <a:graphic>
          <a:graphicData uri="http://schemas.openxmlformats.org/drawingml/2006/table">
            <a:tbl>
              <a:tblPr firstRow="1" bandRow="1">
                <a:tableStyleId>{5C22544A-7EE6-4342-B048-85BDC9FD1C3A}</a:tableStyleId>
              </a:tblPr>
              <a:tblGrid>
                <a:gridCol w="2117925">
                  <a:extLst>
                    <a:ext uri="{9D8B030D-6E8A-4147-A177-3AD203B41FA5}">
                      <a16:colId xmlns:a16="http://schemas.microsoft.com/office/drawing/2014/main" val="4211661015"/>
                    </a:ext>
                  </a:extLst>
                </a:gridCol>
                <a:gridCol w="5616784">
                  <a:extLst>
                    <a:ext uri="{9D8B030D-6E8A-4147-A177-3AD203B41FA5}">
                      <a16:colId xmlns:a16="http://schemas.microsoft.com/office/drawing/2014/main" val="2810027253"/>
                    </a:ext>
                  </a:extLst>
                </a:gridCol>
                <a:gridCol w="3867355">
                  <a:extLst>
                    <a:ext uri="{9D8B030D-6E8A-4147-A177-3AD203B41FA5}">
                      <a16:colId xmlns:a16="http://schemas.microsoft.com/office/drawing/2014/main" val="2779484401"/>
                    </a:ext>
                  </a:extLst>
                </a:gridCol>
              </a:tblGrid>
              <a:tr h="363279">
                <a:tc>
                  <a:txBody>
                    <a:bodyPr/>
                    <a:lstStyle/>
                    <a:p>
                      <a:r>
                        <a:rPr lang="en-US" sz="1400" dirty="0"/>
                        <a:t>Issue</a:t>
                      </a:r>
                    </a:p>
                  </a:txBody>
                  <a:tcPr/>
                </a:tc>
                <a:tc>
                  <a:txBody>
                    <a:bodyPr/>
                    <a:lstStyle/>
                    <a:p>
                      <a:r>
                        <a:rPr lang="en-US" sz="1400" dirty="0"/>
                        <a:t>Legal/Ethical</a:t>
                      </a:r>
                    </a:p>
                  </a:txBody>
                  <a:tcPr/>
                </a:tc>
                <a:tc>
                  <a:txBody>
                    <a:bodyPr/>
                    <a:lstStyle/>
                    <a:p>
                      <a:r>
                        <a:rPr lang="en-US" sz="1400" dirty="0"/>
                        <a:t>Mitigation</a:t>
                      </a:r>
                    </a:p>
                  </a:txBody>
                  <a:tcPr/>
                </a:tc>
                <a:extLst>
                  <a:ext uri="{0D108BD9-81ED-4DB2-BD59-A6C34878D82A}">
                    <a16:rowId xmlns:a16="http://schemas.microsoft.com/office/drawing/2014/main" val="1957464758"/>
                  </a:ext>
                </a:extLst>
              </a:tr>
              <a:tr h="10798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b="1" kern="1200" dirty="0">
                          <a:solidFill>
                            <a:schemeClr val="dk1"/>
                          </a:solidFill>
                          <a:effectLst/>
                          <a:latin typeface="+mn-lt"/>
                          <a:ea typeface="+mn-ea"/>
                          <a:cs typeface="+mn-cs"/>
                        </a:rPr>
                        <a:t>Data Protection and Privacy</a:t>
                      </a:r>
                      <a:endParaRPr lang="en-US" sz="900" dirty="0"/>
                    </a:p>
                  </a:txBody>
                  <a:tcPr/>
                </a:tc>
                <a:tc>
                  <a:txBody>
                    <a:bodyPr/>
                    <a:lstStyle/>
                    <a:p>
                      <a:pPr rtl="0" fontAlgn="ctr"/>
                      <a:r>
                        <a:rPr lang="en-US" sz="1100" b="1" kern="1200" dirty="0">
                          <a:solidFill>
                            <a:schemeClr val="dk1"/>
                          </a:solidFill>
                          <a:effectLst/>
                          <a:latin typeface="+mn-lt"/>
                          <a:ea typeface="+mn-ea"/>
                          <a:cs typeface="+mn-cs"/>
                        </a:rPr>
                        <a:t>Legal:</a:t>
                      </a:r>
                      <a:r>
                        <a:rPr lang="en-US" sz="1100" kern="1200" dirty="0">
                          <a:solidFill>
                            <a:schemeClr val="dk1"/>
                          </a:solidFill>
                          <a:effectLst/>
                          <a:latin typeface="+mn-lt"/>
                          <a:ea typeface="+mn-ea"/>
                          <a:cs typeface="+mn-cs"/>
                        </a:rPr>
                        <a:t> Apps must comply with data protection laws such as GDPR (EU), CCPA (California), and other regional regulations. These laws require explicit user consent, clear privacy policies, and mechanisms for users to access, correct, or delete their data.</a:t>
                      </a:r>
                    </a:p>
                    <a:p>
                      <a:pPr rtl="0" fontAlgn="ctr"/>
                      <a:r>
                        <a:rPr lang="en-US" sz="1100" b="1" kern="1200" dirty="0">
                          <a:solidFill>
                            <a:schemeClr val="dk1"/>
                          </a:solidFill>
                          <a:effectLst/>
                          <a:latin typeface="+mn-lt"/>
                          <a:ea typeface="+mn-ea"/>
                          <a:cs typeface="+mn-cs"/>
                        </a:rPr>
                        <a:t>Ethical:</a:t>
                      </a:r>
                      <a:r>
                        <a:rPr lang="en-US" sz="1100" kern="1200" dirty="0">
                          <a:solidFill>
                            <a:schemeClr val="dk1"/>
                          </a:solidFill>
                          <a:effectLst/>
                          <a:latin typeface="+mn-lt"/>
                          <a:ea typeface="+mn-ea"/>
                          <a:cs typeface="+mn-cs"/>
                        </a:rPr>
                        <a:t> Developers should minimize data collection to only what is necessary, be transparent about data usage, and empower users with control over their personal information.</a:t>
                      </a:r>
                    </a:p>
                  </a:txBody>
                  <a:tcPr/>
                </a:tc>
                <a:tc>
                  <a:txBody>
                    <a:bodyPr/>
                    <a:lstStyle/>
                    <a:p>
                      <a:pPr rtl="0" fontAlgn="ctr"/>
                      <a:r>
                        <a:rPr lang="en-US" sz="1100" kern="1200" dirty="0">
                          <a:solidFill>
                            <a:schemeClr val="dk1"/>
                          </a:solidFill>
                          <a:effectLst/>
                          <a:latin typeface="+mn-lt"/>
                          <a:ea typeface="+mn-ea"/>
                          <a:cs typeface="+mn-cs"/>
                        </a:rPr>
                        <a:t>Use Azure’s built-in security features (encryption, secure authentication).</a:t>
                      </a:r>
                    </a:p>
                    <a:p>
                      <a:pPr rtl="0" fontAlgn="ctr"/>
                      <a:r>
                        <a:rPr lang="en-US" sz="1100" kern="1200" dirty="0">
                          <a:solidFill>
                            <a:schemeClr val="dk1"/>
                          </a:solidFill>
                          <a:effectLst/>
                          <a:latin typeface="+mn-lt"/>
                          <a:ea typeface="+mn-ea"/>
                          <a:cs typeface="+mn-cs"/>
                        </a:rPr>
                        <a:t>Implement transparent privacy policies and granular permission controls.</a:t>
                      </a:r>
                    </a:p>
                    <a:p>
                      <a:pPr rtl="0" fontAlgn="ctr"/>
                      <a:r>
                        <a:rPr lang="en-US" sz="1100" kern="1200" dirty="0">
                          <a:solidFill>
                            <a:schemeClr val="dk1"/>
                          </a:solidFill>
                          <a:effectLst/>
                          <a:latin typeface="+mn-lt"/>
                          <a:ea typeface="+mn-ea"/>
                          <a:cs typeface="+mn-cs"/>
                        </a:rPr>
                        <a:t>Regularly audit data practices and update security protocols.</a:t>
                      </a:r>
                    </a:p>
                  </a:txBody>
                  <a:tcPr/>
                </a:tc>
                <a:extLst>
                  <a:ext uri="{0D108BD9-81ED-4DB2-BD59-A6C34878D82A}">
                    <a16:rowId xmlns:a16="http://schemas.microsoft.com/office/drawing/2014/main" val="280018182"/>
                  </a:ext>
                </a:extLst>
              </a:tr>
              <a:tr h="90946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b="1" kern="1200" dirty="0">
                          <a:solidFill>
                            <a:schemeClr val="dk1"/>
                          </a:solidFill>
                          <a:effectLst/>
                          <a:latin typeface="+mn-lt"/>
                          <a:ea typeface="+mn-ea"/>
                          <a:cs typeface="+mn-cs"/>
                        </a:rPr>
                        <a:t>Security Measures</a:t>
                      </a:r>
                    </a:p>
                  </a:txBody>
                  <a:tcPr/>
                </a:tc>
                <a:tc>
                  <a:txBody>
                    <a:bodyPr/>
                    <a:lstStyle/>
                    <a:p>
                      <a:pPr rtl="0" fontAlgn="ctr"/>
                      <a:r>
                        <a:rPr lang="en-US" sz="1100" b="1" kern="1200" dirty="0">
                          <a:solidFill>
                            <a:schemeClr val="dk1"/>
                          </a:solidFill>
                          <a:effectLst/>
                          <a:latin typeface="+mn-lt"/>
                          <a:ea typeface="+mn-ea"/>
                          <a:cs typeface="+mn-cs"/>
                        </a:rPr>
                        <a:t>Legal:</a:t>
                      </a:r>
                      <a:r>
                        <a:rPr lang="en-US" sz="1100" kern="1200" dirty="0">
                          <a:solidFill>
                            <a:schemeClr val="dk1"/>
                          </a:solidFill>
                          <a:effectLst/>
                          <a:latin typeface="+mn-lt"/>
                          <a:ea typeface="+mn-ea"/>
                          <a:cs typeface="+mn-cs"/>
                        </a:rPr>
                        <a:t> Failure to protect user data can result in legal penalties, lawsuits, and reputational damage. Azure provides robust security tools, but developers must configure them correctly.</a:t>
                      </a:r>
                    </a:p>
                    <a:p>
                      <a:pPr rtl="0" fontAlgn="ctr"/>
                      <a:r>
                        <a:rPr lang="en-US" sz="1100" b="1" kern="1200" dirty="0">
                          <a:solidFill>
                            <a:schemeClr val="dk1"/>
                          </a:solidFill>
                          <a:effectLst/>
                          <a:latin typeface="+mn-lt"/>
                          <a:ea typeface="+mn-ea"/>
                          <a:cs typeface="+mn-cs"/>
                        </a:rPr>
                        <a:t>Ethical:</a:t>
                      </a:r>
                      <a:r>
                        <a:rPr lang="en-US" sz="1100" kern="1200" dirty="0">
                          <a:solidFill>
                            <a:schemeClr val="dk1"/>
                          </a:solidFill>
                          <a:effectLst/>
                          <a:latin typeface="+mn-lt"/>
                          <a:ea typeface="+mn-ea"/>
                          <a:cs typeface="+mn-cs"/>
                        </a:rPr>
                        <a:t> Developers have a duty to safeguard user data from breaches, unauthorized access, and cyber threats.</a:t>
                      </a:r>
                    </a:p>
                  </a:txBody>
                  <a:tcPr/>
                </a:tc>
                <a:tc>
                  <a:txBody>
                    <a:bodyPr/>
                    <a:lstStyle/>
                    <a:p>
                      <a:pPr rtl="0" fontAlgn="ctr"/>
                      <a:r>
                        <a:rPr lang="en-US" sz="1100" kern="1200" dirty="0">
                          <a:solidFill>
                            <a:schemeClr val="dk1"/>
                          </a:solidFill>
                          <a:effectLst/>
                          <a:latin typeface="+mn-lt"/>
                          <a:ea typeface="+mn-ea"/>
                          <a:cs typeface="+mn-cs"/>
                        </a:rPr>
                        <a:t>Use Azure’s multi-factor authentication, encryption, and secure APIs.</a:t>
                      </a:r>
                    </a:p>
                    <a:p>
                      <a:pPr rtl="0" fontAlgn="ctr"/>
                      <a:r>
                        <a:rPr lang="en-US" sz="1100" kern="1200" dirty="0">
                          <a:solidFill>
                            <a:schemeClr val="dk1"/>
                          </a:solidFill>
                          <a:effectLst/>
                          <a:latin typeface="+mn-lt"/>
                          <a:ea typeface="+mn-ea"/>
                          <a:cs typeface="+mn-cs"/>
                        </a:rPr>
                        <a:t>Conduct regular vulnerability assessments and penetration testing.</a:t>
                      </a:r>
                    </a:p>
                  </a:txBody>
                  <a:tcPr/>
                </a:tc>
                <a:extLst>
                  <a:ext uri="{0D108BD9-81ED-4DB2-BD59-A6C34878D82A}">
                    <a16:rowId xmlns:a16="http://schemas.microsoft.com/office/drawing/2014/main" val="1497934921"/>
                  </a:ext>
                </a:extLst>
              </a:tr>
              <a:tr h="815571">
                <a:tc>
                  <a:txBody>
                    <a:bodyPr/>
                    <a:lstStyle/>
                    <a:p>
                      <a:r>
                        <a:rPr lang="en-US" sz="1100" b="1" kern="1200" dirty="0">
                          <a:solidFill>
                            <a:schemeClr val="dk1"/>
                          </a:solidFill>
                          <a:effectLst/>
                          <a:latin typeface="+mn-lt"/>
                          <a:ea typeface="+mn-ea"/>
                          <a:cs typeface="+mn-cs"/>
                        </a:rPr>
                        <a:t>Intellectual Property Rights</a:t>
                      </a:r>
                      <a:endParaRPr lang="en-US" sz="1100" dirty="0"/>
                    </a:p>
                  </a:txBody>
                  <a:tcPr/>
                </a:tc>
                <a:tc>
                  <a:txBody>
                    <a:bodyPr/>
                    <a:lstStyle/>
                    <a:p>
                      <a:pPr rtl="0" fontAlgn="ctr"/>
                      <a:r>
                        <a:rPr lang="en-US" sz="1100" b="1" kern="1200" dirty="0">
                          <a:solidFill>
                            <a:schemeClr val="dk1"/>
                          </a:solidFill>
                          <a:effectLst/>
                          <a:latin typeface="+mn-lt"/>
                          <a:ea typeface="+mn-ea"/>
                          <a:cs typeface="+mn-cs"/>
                        </a:rPr>
                        <a:t>Legal:</a:t>
                      </a:r>
                      <a:r>
                        <a:rPr lang="en-US" sz="1100" kern="1200" dirty="0">
                          <a:solidFill>
                            <a:schemeClr val="dk1"/>
                          </a:solidFill>
                          <a:effectLst/>
                          <a:latin typeface="+mn-lt"/>
                          <a:ea typeface="+mn-ea"/>
                          <a:cs typeface="+mn-cs"/>
                        </a:rPr>
                        <a:t> Protecting original content (code, designs, logos) and respecting third-party IP is crucial. Using unlicensed assets or code can lead to infringement lawsuits.</a:t>
                      </a:r>
                    </a:p>
                    <a:p>
                      <a:pPr rtl="0" fontAlgn="ctr"/>
                      <a:r>
                        <a:rPr lang="en-US" sz="1100" b="1" kern="1200" dirty="0">
                          <a:solidFill>
                            <a:schemeClr val="dk1"/>
                          </a:solidFill>
                          <a:effectLst/>
                          <a:latin typeface="+mn-lt"/>
                          <a:ea typeface="+mn-ea"/>
                          <a:cs typeface="+mn-cs"/>
                        </a:rPr>
                        <a:t>Ethical:</a:t>
                      </a:r>
                      <a:r>
                        <a:rPr lang="en-US" sz="1100" kern="1200" dirty="0">
                          <a:solidFill>
                            <a:schemeClr val="dk1"/>
                          </a:solidFill>
                          <a:effectLst/>
                          <a:latin typeface="+mn-lt"/>
                          <a:ea typeface="+mn-ea"/>
                          <a:cs typeface="+mn-cs"/>
                        </a:rPr>
                        <a:t> Always credit and obtain permission for third-party resources.</a:t>
                      </a:r>
                    </a:p>
                  </a:txBody>
                  <a:tcPr/>
                </a:tc>
                <a:tc>
                  <a:txBody>
                    <a:bodyPr/>
                    <a:lstStyle/>
                    <a:p>
                      <a:pPr rtl="0" fontAlgn="ctr"/>
                      <a:r>
                        <a:rPr lang="en-US" sz="1100" kern="1200" dirty="0">
                          <a:solidFill>
                            <a:schemeClr val="dk1"/>
                          </a:solidFill>
                          <a:effectLst/>
                          <a:latin typeface="+mn-lt"/>
                          <a:ea typeface="+mn-ea"/>
                          <a:cs typeface="+mn-cs"/>
                        </a:rPr>
                        <a:t>Register copyrights and trademarks for your app’s unique features.</a:t>
                      </a:r>
                    </a:p>
                    <a:p>
                      <a:pPr rtl="0" fontAlgn="ctr"/>
                      <a:r>
                        <a:rPr lang="en-US" sz="1100" kern="1200" dirty="0">
                          <a:solidFill>
                            <a:schemeClr val="dk1"/>
                          </a:solidFill>
                          <a:effectLst/>
                          <a:latin typeface="+mn-lt"/>
                          <a:ea typeface="+mn-ea"/>
                          <a:cs typeface="+mn-cs"/>
                        </a:rPr>
                        <a:t>Use only licensed third-party libraries and assets.</a:t>
                      </a:r>
                    </a:p>
                  </a:txBody>
                  <a:tcPr/>
                </a:tc>
                <a:extLst>
                  <a:ext uri="{0D108BD9-81ED-4DB2-BD59-A6C34878D82A}">
                    <a16:rowId xmlns:a16="http://schemas.microsoft.com/office/drawing/2014/main" val="671056841"/>
                  </a:ext>
                </a:extLst>
              </a:tr>
              <a:tr h="796413">
                <a:tc>
                  <a:txBody>
                    <a:bodyPr/>
                    <a:lstStyle/>
                    <a:p>
                      <a:r>
                        <a:rPr lang="en-US" sz="1100" b="1" kern="1200" dirty="0">
                          <a:solidFill>
                            <a:schemeClr val="dk1"/>
                          </a:solidFill>
                          <a:effectLst/>
                          <a:latin typeface="+mn-lt"/>
                          <a:ea typeface="+mn-ea"/>
                          <a:cs typeface="+mn-cs"/>
                        </a:rPr>
                        <a:t>Accessibility and Inclusivity</a:t>
                      </a:r>
                      <a:endParaRPr lang="en-US" sz="900" dirty="0"/>
                    </a:p>
                  </a:txBody>
                  <a:tcPr/>
                </a:tc>
                <a:tc>
                  <a:txBody>
                    <a:bodyPr/>
                    <a:lstStyle/>
                    <a:p>
                      <a:pPr rtl="0" fontAlgn="ctr"/>
                      <a:r>
                        <a:rPr lang="en-US" sz="1100" b="1" kern="1200" dirty="0">
                          <a:solidFill>
                            <a:schemeClr val="dk1"/>
                          </a:solidFill>
                          <a:effectLst/>
                          <a:latin typeface="+mn-lt"/>
                          <a:ea typeface="+mn-ea"/>
                          <a:cs typeface="+mn-cs"/>
                        </a:rPr>
                        <a:t>Legal:</a:t>
                      </a:r>
                      <a:r>
                        <a:rPr lang="en-US" sz="1100" kern="1200" dirty="0">
                          <a:solidFill>
                            <a:schemeClr val="dk1"/>
                          </a:solidFill>
                          <a:effectLst/>
                          <a:latin typeface="+mn-lt"/>
                          <a:ea typeface="+mn-ea"/>
                          <a:cs typeface="+mn-cs"/>
                        </a:rPr>
                        <a:t> Many jurisdictions require digital products to be accessible to users with disabilities (e.g., ADA in the US, WCAG guidelines).</a:t>
                      </a:r>
                    </a:p>
                    <a:p>
                      <a:pPr rtl="0" fontAlgn="ctr"/>
                      <a:r>
                        <a:rPr lang="en-US" sz="1100" b="1" kern="1200" dirty="0">
                          <a:solidFill>
                            <a:schemeClr val="dk1"/>
                          </a:solidFill>
                          <a:effectLst/>
                          <a:latin typeface="+mn-lt"/>
                          <a:ea typeface="+mn-ea"/>
                          <a:cs typeface="+mn-cs"/>
                        </a:rPr>
                        <a:t>Ethical:</a:t>
                      </a:r>
                      <a:r>
                        <a:rPr lang="en-US" sz="1100" kern="1200" dirty="0">
                          <a:solidFill>
                            <a:schemeClr val="dk1"/>
                          </a:solidFill>
                          <a:effectLst/>
                          <a:latin typeface="+mn-lt"/>
                          <a:ea typeface="+mn-ea"/>
                          <a:cs typeface="+mn-cs"/>
                        </a:rPr>
                        <a:t> Apps should be designed for diverse users, including those with disabilities and from different cultures.</a:t>
                      </a:r>
                    </a:p>
                  </a:txBody>
                  <a:tcPr/>
                </a:tc>
                <a:tc>
                  <a:txBody>
                    <a:bodyPr/>
                    <a:lstStyle/>
                    <a:p>
                      <a:pPr rtl="0" fontAlgn="ctr"/>
                      <a:r>
                        <a:rPr lang="en-US" sz="1100" kern="1200" dirty="0">
                          <a:solidFill>
                            <a:schemeClr val="dk1"/>
                          </a:solidFill>
                          <a:effectLst/>
                          <a:latin typeface="+mn-lt"/>
                          <a:ea typeface="+mn-ea"/>
                          <a:cs typeface="+mn-cs"/>
                        </a:rPr>
                        <a:t>Use Azure’s accessibility tools and follow WCAG standards.</a:t>
                      </a:r>
                    </a:p>
                    <a:p>
                      <a:pPr rtl="0" fontAlgn="ctr"/>
                      <a:r>
                        <a:rPr lang="en-US" sz="1100" kern="1200" dirty="0">
                          <a:solidFill>
                            <a:schemeClr val="dk1"/>
                          </a:solidFill>
                          <a:effectLst/>
                          <a:latin typeface="+mn-lt"/>
                          <a:ea typeface="+mn-ea"/>
                          <a:cs typeface="+mn-cs"/>
                        </a:rPr>
                        <a:t>Test app features for usability across a range of abilities and devices.</a:t>
                      </a:r>
                    </a:p>
                  </a:txBody>
                  <a:tcPr/>
                </a:tc>
                <a:extLst>
                  <a:ext uri="{0D108BD9-81ED-4DB2-BD59-A6C34878D82A}">
                    <a16:rowId xmlns:a16="http://schemas.microsoft.com/office/drawing/2014/main" val="2726792596"/>
                  </a:ext>
                </a:extLst>
              </a:tr>
              <a:tr h="757084">
                <a:tc>
                  <a:txBody>
                    <a:bodyPr/>
                    <a:lstStyle/>
                    <a:p>
                      <a:r>
                        <a:rPr lang="en-US" sz="1100" b="1" kern="1200" dirty="0">
                          <a:solidFill>
                            <a:schemeClr val="dk1"/>
                          </a:solidFill>
                          <a:effectLst/>
                          <a:latin typeface="+mn-lt"/>
                          <a:ea typeface="+mn-ea"/>
                          <a:cs typeface="+mn-cs"/>
                        </a:rPr>
                        <a:t>Transparency and User Consent</a:t>
                      </a:r>
                      <a:endParaRPr lang="en-US" sz="600" dirty="0"/>
                    </a:p>
                  </a:txBody>
                  <a:tcPr/>
                </a:tc>
                <a:tc>
                  <a:txBody>
                    <a:bodyPr/>
                    <a:lstStyle/>
                    <a:p>
                      <a:pPr rtl="0" fontAlgn="ctr"/>
                      <a:r>
                        <a:rPr lang="en-US" sz="1100" b="1" kern="1200" dirty="0">
                          <a:solidFill>
                            <a:schemeClr val="dk1"/>
                          </a:solidFill>
                          <a:effectLst/>
                          <a:latin typeface="+mn-lt"/>
                          <a:ea typeface="+mn-ea"/>
                          <a:cs typeface="+mn-cs"/>
                        </a:rPr>
                        <a:t>Legal:</a:t>
                      </a:r>
                      <a:r>
                        <a:rPr lang="en-US" sz="1100" kern="1200" dirty="0">
                          <a:solidFill>
                            <a:schemeClr val="dk1"/>
                          </a:solidFill>
                          <a:effectLst/>
                          <a:latin typeface="+mn-lt"/>
                          <a:ea typeface="+mn-ea"/>
                          <a:cs typeface="+mn-cs"/>
                        </a:rPr>
                        <a:t> Clear terms of service and end-user license agreements are required to establish legal relationships and responsibilities.</a:t>
                      </a:r>
                    </a:p>
                    <a:p>
                      <a:pPr rtl="0" fontAlgn="ctr"/>
                      <a:r>
                        <a:rPr lang="en-US" sz="1100" b="1" kern="1200" dirty="0">
                          <a:solidFill>
                            <a:schemeClr val="dk1"/>
                          </a:solidFill>
                          <a:effectLst/>
                          <a:latin typeface="+mn-lt"/>
                          <a:ea typeface="+mn-ea"/>
                          <a:cs typeface="+mn-cs"/>
                        </a:rPr>
                        <a:t>Ethical:</a:t>
                      </a:r>
                      <a:r>
                        <a:rPr lang="en-US" sz="1100" kern="1200" dirty="0">
                          <a:solidFill>
                            <a:schemeClr val="dk1"/>
                          </a:solidFill>
                          <a:effectLst/>
                          <a:latin typeface="+mn-lt"/>
                          <a:ea typeface="+mn-ea"/>
                          <a:cs typeface="+mn-cs"/>
                        </a:rPr>
                        <a:t> Users should be informed about how their data is used and given the ability to opt out.</a:t>
                      </a:r>
                    </a:p>
                  </a:txBody>
                  <a:tcPr/>
                </a:tc>
                <a:tc>
                  <a:txBody>
                    <a:bodyPr/>
                    <a:lstStyle/>
                    <a:p>
                      <a:pPr rtl="0" fontAlgn="ctr"/>
                      <a:r>
                        <a:rPr lang="en-US" sz="1100" kern="1200" dirty="0">
                          <a:solidFill>
                            <a:schemeClr val="dk1"/>
                          </a:solidFill>
                          <a:effectLst/>
                          <a:latin typeface="+mn-lt"/>
                          <a:ea typeface="+mn-ea"/>
                          <a:cs typeface="+mn-cs"/>
                        </a:rPr>
                        <a:t>Draft clear, enforceable contracts and terms of service.</a:t>
                      </a:r>
                    </a:p>
                    <a:p>
                      <a:pPr rtl="0" fontAlgn="ctr"/>
                      <a:r>
                        <a:rPr lang="en-US" sz="1100" kern="1200" dirty="0">
                          <a:solidFill>
                            <a:schemeClr val="dk1"/>
                          </a:solidFill>
                          <a:effectLst/>
                          <a:latin typeface="+mn-lt"/>
                          <a:ea typeface="+mn-ea"/>
                          <a:cs typeface="+mn-cs"/>
                        </a:rPr>
                        <a:t>Provide opt-out options for data collection and targeted advertising.</a:t>
                      </a:r>
                    </a:p>
                  </a:txBody>
                  <a:tcPr/>
                </a:tc>
                <a:extLst>
                  <a:ext uri="{0D108BD9-81ED-4DB2-BD59-A6C34878D82A}">
                    <a16:rowId xmlns:a16="http://schemas.microsoft.com/office/drawing/2014/main" val="3905689864"/>
                  </a:ext>
                </a:extLst>
              </a:tr>
              <a:tr h="415655">
                <a:tc>
                  <a:txBody>
                    <a:bodyPr/>
                    <a:lstStyle/>
                    <a:p>
                      <a:r>
                        <a:rPr lang="en-US" sz="1100" b="1" kern="1200">
                          <a:solidFill>
                            <a:schemeClr val="dk1"/>
                          </a:solidFill>
                          <a:effectLst/>
                          <a:latin typeface="+mn-lt"/>
                          <a:ea typeface="+mn-ea"/>
                          <a:cs typeface="+mn-cs"/>
                        </a:rPr>
                        <a:t>Compliance with App Store and Platform Policies</a:t>
                      </a:r>
                      <a:endParaRPr lang="en-US" sz="300" dirty="0"/>
                    </a:p>
                  </a:txBody>
                  <a:tcPr/>
                </a:tc>
                <a:tc>
                  <a:txBody>
                    <a:bodyPr/>
                    <a:lstStyle/>
                    <a:p>
                      <a:pPr rtl="0" fontAlgn="ctr"/>
                      <a:r>
                        <a:rPr lang="en-US" sz="1100" b="1" kern="1200">
                          <a:solidFill>
                            <a:schemeClr val="dk1"/>
                          </a:solidFill>
                          <a:effectLst/>
                          <a:latin typeface="+mn-lt"/>
                          <a:ea typeface="+mn-ea"/>
                          <a:cs typeface="+mn-cs"/>
                        </a:rPr>
                        <a:t>Legal:</a:t>
                      </a:r>
                      <a:r>
                        <a:rPr lang="en-US" sz="1100" kern="1200">
                          <a:solidFill>
                            <a:schemeClr val="dk1"/>
                          </a:solidFill>
                          <a:effectLst/>
                          <a:latin typeface="+mn-lt"/>
                          <a:ea typeface="+mn-ea"/>
                          <a:cs typeface="+mn-cs"/>
                        </a:rPr>
                        <a:t> Apps must comply with the guidelines of platforms like Apple App Store and Google Play, as well as Azure’s own terms of service.</a:t>
                      </a:r>
                      <a:endParaRPr lang="en-US" sz="900" kern="1200" dirty="0">
                        <a:solidFill>
                          <a:schemeClr val="dk1"/>
                        </a:solidFill>
                        <a:effectLst/>
                        <a:latin typeface="+mn-lt"/>
                        <a:ea typeface="+mn-ea"/>
                        <a:cs typeface="+mn-cs"/>
                      </a:endParaRPr>
                    </a:p>
                  </a:txBody>
                  <a:tcPr/>
                </a:tc>
                <a:tc>
                  <a:txBody>
                    <a:bodyPr/>
                    <a:lstStyle/>
                    <a:p>
                      <a:pPr rtl="0" fontAlgn="ctr"/>
                      <a:r>
                        <a:rPr lang="en-US" sz="1100" kern="1200" dirty="0">
                          <a:solidFill>
                            <a:schemeClr val="dk1"/>
                          </a:solidFill>
                          <a:effectLst/>
                          <a:latin typeface="+mn-lt"/>
                          <a:ea typeface="+mn-ea"/>
                          <a:cs typeface="+mn-cs"/>
                        </a:rPr>
                        <a:t>Review and adhere to all relevant platform policies before deployment.</a:t>
                      </a:r>
                      <a:endParaRPr lang="en-US" sz="900" kern="1200" dirty="0">
                        <a:solidFill>
                          <a:schemeClr val="dk1"/>
                        </a:solidFill>
                        <a:effectLst/>
                        <a:latin typeface="+mn-lt"/>
                        <a:ea typeface="+mn-ea"/>
                        <a:cs typeface="+mn-cs"/>
                      </a:endParaRPr>
                    </a:p>
                  </a:txBody>
                  <a:tcPr/>
                </a:tc>
                <a:extLst>
                  <a:ext uri="{0D108BD9-81ED-4DB2-BD59-A6C34878D82A}">
                    <a16:rowId xmlns:a16="http://schemas.microsoft.com/office/drawing/2014/main" val="1029554789"/>
                  </a:ext>
                </a:extLst>
              </a:tr>
              <a:tr h="410702">
                <a:tc>
                  <a:txBody>
                    <a:bodyPr/>
                    <a:lstStyle/>
                    <a:p>
                      <a:r>
                        <a:rPr lang="en-US" sz="1100" b="1" kern="1200" dirty="0">
                          <a:solidFill>
                            <a:schemeClr val="dk1"/>
                          </a:solidFill>
                          <a:effectLst/>
                          <a:latin typeface="+mn-lt"/>
                          <a:ea typeface="+mn-ea"/>
                          <a:cs typeface="+mn-cs"/>
                        </a:rPr>
                        <a:t>Third-Party Integrations</a:t>
                      </a:r>
                      <a:endParaRPr lang="en-US" sz="300" dirty="0"/>
                    </a:p>
                  </a:txBody>
                  <a:tcPr/>
                </a:tc>
                <a:tc>
                  <a:txBody>
                    <a:bodyPr/>
                    <a:lstStyle/>
                    <a:p>
                      <a:pPr rtl="0" fontAlgn="ctr"/>
                      <a:r>
                        <a:rPr lang="en-US" sz="1100" b="1" kern="1200" dirty="0">
                          <a:solidFill>
                            <a:schemeClr val="dk1"/>
                          </a:solidFill>
                          <a:effectLst/>
                          <a:latin typeface="+mn-lt"/>
                          <a:ea typeface="+mn-ea"/>
                          <a:cs typeface="+mn-cs"/>
                        </a:rPr>
                        <a:t>Legal/Ethical:</a:t>
                      </a:r>
                      <a:r>
                        <a:rPr lang="en-US" sz="1100" kern="1200" dirty="0">
                          <a:solidFill>
                            <a:schemeClr val="dk1"/>
                          </a:solidFill>
                          <a:effectLst/>
                          <a:latin typeface="+mn-lt"/>
                          <a:ea typeface="+mn-ea"/>
                          <a:cs typeface="+mn-cs"/>
                        </a:rPr>
                        <a:t> Ensure that all third-party services integrated with Azure also comply with privacy and security standards.</a:t>
                      </a:r>
                      <a:endParaRPr lang="en-US" sz="900" kern="1200" dirty="0">
                        <a:solidFill>
                          <a:schemeClr val="dk1"/>
                        </a:solidFill>
                        <a:effectLst/>
                        <a:latin typeface="+mn-lt"/>
                        <a:ea typeface="+mn-ea"/>
                        <a:cs typeface="+mn-cs"/>
                      </a:endParaRPr>
                    </a:p>
                  </a:txBody>
                  <a:tcPr/>
                </a:tc>
                <a:tc>
                  <a:txBody>
                    <a:bodyPr/>
                    <a:lstStyle/>
                    <a:p>
                      <a:pPr rtl="0" fontAlgn="ctr"/>
                      <a:r>
                        <a:rPr lang="en-US" sz="1100" kern="1200" dirty="0">
                          <a:solidFill>
                            <a:schemeClr val="dk1"/>
                          </a:solidFill>
                          <a:effectLst/>
                          <a:latin typeface="+mn-lt"/>
                          <a:ea typeface="+mn-ea"/>
                          <a:cs typeface="+mn-cs"/>
                        </a:rPr>
                        <a:t>Vet third-party vendors and require compliance with our app’s standards.</a:t>
                      </a:r>
                      <a:endParaRPr lang="en-US" sz="900" kern="1200" dirty="0">
                        <a:solidFill>
                          <a:schemeClr val="dk1"/>
                        </a:solidFill>
                        <a:effectLst/>
                        <a:latin typeface="+mn-lt"/>
                        <a:ea typeface="+mn-ea"/>
                        <a:cs typeface="+mn-cs"/>
                      </a:endParaRPr>
                    </a:p>
                  </a:txBody>
                  <a:tcPr/>
                </a:tc>
                <a:extLst>
                  <a:ext uri="{0D108BD9-81ED-4DB2-BD59-A6C34878D82A}">
                    <a16:rowId xmlns:a16="http://schemas.microsoft.com/office/drawing/2014/main" val="2328270143"/>
                  </a:ext>
                </a:extLst>
              </a:tr>
            </a:tbl>
          </a:graphicData>
        </a:graphic>
      </p:graphicFrame>
      <p:sp>
        <p:nvSpPr>
          <p:cNvPr id="4" name="Date Placeholder 3">
            <a:extLst>
              <a:ext uri="{FF2B5EF4-FFF2-40B4-BE49-F238E27FC236}">
                <a16:creationId xmlns:a16="http://schemas.microsoft.com/office/drawing/2014/main" id="{D4E75745-8117-91CA-3413-D44FE84E8DD0}"/>
              </a:ext>
            </a:extLst>
          </p:cNvPr>
          <p:cNvSpPr>
            <a:spLocks noGrp="1"/>
          </p:cNvSpPr>
          <p:nvPr>
            <p:ph type="dt" sz="half" idx="10"/>
          </p:nvPr>
        </p:nvSpPr>
        <p:spPr/>
        <p:txBody>
          <a:bodyPr/>
          <a:lstStyle/>
          <a:p>
            <a:fld id="{FE21D4C7-8630-4B98-978C-30388BBD4EE8}" type="datetime1">
              <a:rPr lang="en-US" smtClean="0"/>
              <a:t>1/15/2026</a:t>
            </a:fld>
            <a:endParaRPr lang="en-US" dirty="0"/>
          </a:p>
        </p:txBody>
      </p:sp>
      <p:sp>
        <p:nvSpPr>
          <p:cNvPr id="6" name="Slide Number Placeholder 5">
            <a:extLst>
              <a:ext uri="{FF2B5EF4-FFF2-40B4-BE49-F238E27FC236}">
                <a16:creationId xmlns:a16="http://schemas.microsoft.com/office/drawing/2014/main" id="{79616B60-DFE3-2BEB-5B33-04F39015179A}"/>
              </a:ext>
            </a:extLst>
          </p:cNvPr>
          <p:cNvSpPr>
            <a:spLocks noGrp="1"/>
          </p:cNvSpPr>
          <p:nvPr>
            <p:ph type="sldNum" sz="quarter" idx="12"/>
          </p:nvPr>
        </p:nvSpPr>
        <p:spPr>
          <a:xfrm>
            <a:off x="11635731" y="6465124"/>
            <a:ext cx="457200" cy="336141"/>
          </a:xfrm>
        </p:spPr>
        <p:txBody>
          <a:bodyPr/>
          <a:lstStyle/>
          <a:p>
            <a:fld id="{84C450F2-3BB4-4AE4-8A35-A9D7AEA4C850}" type="slidenum">
              <a:rPr lang="en-US" smtClean="0"/>
              <a:t>21</a:t>
            </a:fld>
            <a:endParaRPr lang="en-US" dirty="0"/>
          </a:p>
        </p:txBody>
      </p:sp>
    </p:spTree>
    <p:extLst>
      <p:ext uri="{BB962C8B-B14F-4D97-AF65-F5344CB8AC3E}">
        <p14:creationId xmlns:p14="http://schemas.microsoft.com/office/powerpoint/2010/main" val="35401405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A7730-6CBE-82AF-8B1D-84E5B09E0AF9}"/>
              </a:ext>
            </a:extLst>
          </p:cNvPr>
          <p:cNvSpPr>
            <a:spLocks noGrp="1"/>
          </p:cNvSpPr>
          <p:nvPr>
            <p:ph type="title"/>
          </p:nvPr>
        </p:nvSpPr>
        <p:spPr/>
        <p:txBody>
          <a:bodyPr/>
          <a:lstStyle/>
          <a:p>
            <a:r>
              <a:rPr lang="en-US" dirty="0"/>
              <a:t>Appendix 4: App development timeline</a:t>
            </a:r>
          </a:p>
        </p:txBody>
      </p:sp>
      <p:graphicFrame>
        <p:nvGraphicFramePr>
          <p:cNvPr id="7" name="Content Placeholder 6">
            <a:extLst>
              <a:ext uri="{FF2B5EF4-FFF2-40B4-BE49-F238E27FC236}">
                <a16:creationId xmlns:a16="http://schemas.microsoft.com/office/drawing/2014/main" id="{046F2D95-33CF-FE29-46D7-223751A74E23}"/>
              </a:ext>
            </a:extLst>
          </p:cNvPr>
          <p:cNvGraphicFramePr>
            <a:graphicFrameLocks noGrp="1" noDrilldown="1" noMove="1" noResize="1"/>
          </p:cNvGraphicFramePr>
          <p:nvPr>
            <p:ph idx="1"/>
            <p:extLst>
              <p:ext uri="{D42A27DB-BD31-4B8C-83A1-F6EECF244321}">
                <p14:modId xmlns:p14="http://schemas.microsoft.com/office/powerpoint/2010/main" val="4071576397"/>
              </p:ext>
            </p:extLst>
          </p:nvPr>
        </p:nvGraphicFramePr>
        <p:xfrm>
          <a:off x="430544" y="1371600"/>
          <a:ext cx="11123613" cy="4842510"/>
        </p:xfrm>
        <a:graphic>
          <a:graphicData uri="http://schemas.openxmlformats.org/drawingml/2006/table">
            <a:tbl>
              <a:tblPr firstRow="1" bandRow="1">
                <a:tableStyleId>{5C22544A-7EE6-4342-B048-85BDC9FD1C3A}</a:tableStyleId>
              </a:tblPr>
              <a:tblGrid>
                <a:gridCol w="737856">
                  <a:extLst>
                    <a:ext uri="{9D8B030D-6E8A-4147-A177-3AD203B41FA5}">
                      <a16:colId xmlns:a16="http://schemas.microsoft.com/office/drawing/2014/main" val="3192992527"/>
                    </a:ext>
                  </a:extLst>
                </a:gridCol>
                <a:gridCol w="2743200">
                  <a:extLst>
                    <a:ext uri="{9D8B030D-6E8A-4147-A177-3AD203B41FA5}">
                      <a16:colId xmlns:a16="http://schemas.microsoft.com/office/drawing/2014/main" val="638617828"/>
                    </a:ext>
                  </a:extLst>
                </a:gridCol>
                <a:gridCol w="7642557">
                  <a:extLst>
                    <a:ext uri="{9D8B030D-6E8A-4147-A177-3AD203B41FA5}">
                      <a16:colId xmlns:a16="http://schemas.microsoft.com/office/drawing/2014/main" val="2387244626"/>
                    </a:ext>
                  </a:extLst>
                </a:gridCol>
              </a:tblGrid>
              <a:tr h="370840">
                <a:tc>
                  <a:txBody>
                    <a:bodyPr/>
                    <a:lstStyle/>
                    <a:p>
                      <a:endParaRPr lang="en-US" sz="2000"/>
                    </a:p>
                  </a:txBody>
                  <a:tcPr/>
                </a:tc>
                <a:tc>
                  <a:txBody>
                    <a:bodyPr/>
                    <a:lstStyle/>
                    <a:p>
                      <a:r>
                        <a:rPr lang="en-US" sz="2000" dirty="0"/>
                        <a:t>Item</a:t>
                      </a:r>
                    </a:p>
                  </a:txBody>
                  <a:tcPr/>
                </a:tc>
                <a:tc>
                  <a:txBody>
                    <a:bodyPr/>
                    <a:lstStyle/>
                    <a:p>
                      <a:r>
                        <a:rPr lang="en-US" sz="2000" dirty="0"/>
                        <a:t>Details</a:t>
                      </a:r>
                    </a:p>
                  </a:txBody>
                  <a:tcPr/>
                </a:tc>
                <a:extLst>
                  <a:ext uri="{0D108BD9-81ED-4DB2-BD59-A6C34878D82A}">
                    <a16:rowId xmlns:a16="http://schemas.microsoft.com/office/drawing/2014/main" val="1045170348"/>
                  </a:ext>
                </a:extLst>
              </a:tr>
              <a:tr h="518160">
                <a:tc>
                  <a:txBody>
                    <a:bodyPr/>
                    <a:lstStyle/>
                    <a:p>
                      <a:pPr algn="l" fontAlgn="b">
                        <a:buNone/>
                      </a:pPr>
                      <a:r>
                        <a:rPr lang="en-US" sz="1200" b="0" i="0" u="none" strike="noStrike" dirty="0">
                          <a:solidFill>
                            <a:srgbClr val="000000"/>
                          </a:solidFill>
                          <a:effectLst/>
                          <a:latin typeface="Aptos Narrow" panose="020B0004020202020204" pitchFamily="34" charset="0"/>
                        </a:rPr>
                        <a:t> </a:t>
                      </a:r>
                    </a:p>
                  </a:txBody>
                  <a:tcPr marL="9525" marR="9525" marT="9525" marB="0" anchor="b"/>
                </a:tc>
                <a:tc>
                  <a:txBody>
                    <a:bodyPr/>
                    <a:lstStyle/>
                    <a:p>
                      <a:pPr algn="l"/>
                      <a:r>
                        <a:rPr lang="en-US" sz="1800" dirty="0"/>
                        <a:t>Planning &amp; Design</a:t>
                      </a:r>
                    </a:p>
                  </a:txBody>
                  <a:tcPr/>
                </a:tc>
                <a:tc>
                  <a:txBody>
                    <a:bodyPr/>
                    <a:lstStyle/>
                    <a:p>
                      <a:pPr algn="l" fontAlgn="b">
                        <a:buNone/>
                      </a:pPr>
                      <a:r>
                        <a:rPr lang="en-US" sz="1800" b="0" i="0" u="none" strike="noStrike" dirty="0">
                          <a:solidFill>
                            <a:srgbClr val="000000"/>
                          </a:solidFill>
                          <a:effectLst/>
                          <a:latin typeface="Aptos Narrow" panose="020B0004020202020204" pitchFamily="34" charset="0"/>
                        </a:rPr>
                        <a:t>Define app requirements (features, user flow, payment integration).</a:t>
                      </a:r>
                      <a:br>
                        <a:rPr lang="en-US" sz="1800" b="0" i="0" u="none" strike="noStrike" dirty="0">
                          <a:solidFill>
                            <a:srgbClr val="000000"/>
                          </a:solidFill>
                          <a:effectLst/>
                          <a:latin typeface="Aptos Narrow" panose="020B0004020202020204" pitchFamily="34" charset="0"/>
                        </a:rPr>
                      </a:br>
                      <a:r>
                        <a:rPr lang="en-US" sz="1800" b="0" i="0" u="none" strike="noStrike" dirty="0">
                          <a:solidFill>
                            <a:srgbClr val="000000"/>
                          </a:solidFill>
                          <a:effectLst/>
                          <a:latin typeface="Aptos Narrow" panose="020B0004020202020204" pitchFamily="34" charset="0"/>
                        </a:rPr>
                        <a:t>Create wireframes for UI/UX design.</a:t>
                      </a:r>
                    </a:p>
                  </a:txBody>
                  <a:tcPr marL="9525" marR="9525" marT="9525" marB="0" anchor="b"/>
                </a:tc>
                <a:extLst>
                  <a:ext uri="{0D108BD9-81ED-4DB2-BD59-A6C34878D82A}">
                    <a16:rowId xmlns:a16="http://schemas.microsoft.com/office/drawing/2014/main" val="229741438"/>
                  </a:ext>
                </a:extLst>
              </a:tr>
              <a:tr h="471805">
                <a:tc>
                  <a:txBody>
                    <a:bodyPr/>
                    <a:lstStyle/>
                    <a:p>
                      <a:pPr algn="l" fontAlgn="b">
                        <a:buNone/>
                      </a:pPr>
                      <a:r>
                        <a:rPr lang="en-US" sz="1200" b="0" i="0" u="none" strike="noStrike" dirty="0">
                          <a:solidFill>
                            <a:srgbClr val="000000"/>
                          </a:solidFill>
                          <a:effectLst/>
                          <a:latin typeface="Aptos Narrow" panose="020B0004020202020204" pitchFamily="34" charset="0"/>
                        </a:rPr>
                        <a:t> </a:t>
                      </a:r>
                    </a:p>
                  </a:txBody>
                  <a:tcPr marL="9525" marR="9525" marT="9525" marB="0" anchor="b"/>
                </a:tc>
                <a:tc>
                  <a:txBody>
                    <a:bodyPr/>
                    <a:lstStyle/>
                    <a:p>
                      <a:pPr algn="l"/>
                      <a:r>
                        <a:rPr lang="en-US" sz="1800" dirty="0"/>
                        <a:t>Backend Development</a:t>
                      </a:r>
                    </a:p>
                  </a:txBody>
                  <a:tcPr/>
                </a:tc>
                <a:tc>
                  <a:txBody>
                    <a:bodyPr/>
                    <a:lstStyle/>
                    <a:p>
                      <a:pPr algn="l" fontAlgn="b">
                        <a:buNone/>
                      </a:pPr>
                      <a:r>
                        <a:rPr lang="en-US" sz="1800" b="0" i="0" u="none" strike="noStrike" dirty="0">
                          <a:solidFill>
                            <a:srgbClr val="000000"/>
                          </a:solidFill>
                          <a:effectLst/>
                          <a:latin typeface="Aptos Narrow" panose="020B0004020202020204" pitchFamily="34" charset="0"/>
                        </a:rPr>
                        <a:t>Set up server and database in Azure.</a:t>
                      </a:r>
                    </a:p>
                    <a:p>
                      <a:pPr algn="l" fontAlgn="b">
                        <a:buNone/>
                      </a:pPr>
                      <a:r>
                        <a:rPr lang="en-US" sz="1800" b="0" i="0" u="none" strike="noStrike" dirty="0">
                          <a:solidFill>
                            <a:srgbClr val="000000"/>
                          </a:solidFill>
                          <a:effectLst/>
                          <a:latin typeface="Aptos Narrow" panose="020B0004020202020204" pitchFamily="34" charset="0"/>
                        </a:rPr>
                        <a:t>Implement user authentication and account management (Azure Authentication).</a:t>
                      </a:r>
                    </a:p>
                    <a:p>
                      <a:pPr algn="l" fontAlgn="b">
                        <a:buNone/>
                      </a:pPr>
                      <a:r>
                        <a:rPr lang="en-US" sz="1800" b="0" i="0" u="none" strike="noStrike" dirty="0">
                          <a:solidFill>
                            <a:srgbClr val="000000"/>
                          </a:solidFill>
                          <a:effectLst/>
                          <a:latin typeface="Aptos Narrow" panose="020B0004020202020204" pitchFamily="34" charset="0"/>
                        </a:rPr>
                        <a:t>API design for product catalog and shopping cart.</a:t>
                      </a:r>
                    </a:p>
                  </a:txBody>
                  <a:tcPr marL="9525" marR="9525" marT="9525" marB="0" anchor="b"/>
                </a:tc>
                <a:extLst>
                  <a:ext uri="{0D108BD9-81ED-4DB2-BD59-A6C34878D82A}">
                    <a16:rowId xmlns:a16="http://schemas.microsoft.com/office/drawing/2014/main" val="2709266039"/>
                  </a:ext>
                </a:extLst>
              </a:tr>
              <a:tr h="540385">
                <a:tc>
                  <a:txBody>
                    <a:bodyPr/>
                    <a:lstStyle/>
                    <a:p>
                      <a:pPr algn="l"/>
                      <a:endParaRPr lang="en-US" sz="2000" dirty="0"/>
                    </a:p>
                  </a:txBody>
                  <a:tcPr/>
                </a:tc>
                <a:tc>
                  <a:txBody>
                    <a:bodyPr/>
                    <a:lstStyle/>
                    <a:p>
                      <a:pPr algn="l"/>
                      <a:r>
                        <a:rPr lang="en-US" sz="1800" dirty="0"/>
                        <a:t>Frontend Development</a:t>
                      </a:r>
                    </a:p>
                  </a:txBody>
                  <a:tcPr/>
                </a:tc>
                <a:tc>
                  <a:txBody>
                    <a:bodyPr/>
                    <a:lstStyle/>
                    <a:p>
                      <a:pPr algn="l" fontAlgn="b">
                        <a:buNone/>
                      </a:pPr>
                      <a:r>
                        <a:rPr lang="en-US" sz="1800" b="0" i="0" u="none" strike="noStrike" dirty="0">
                          <a:solidFill>
                            <a:srgbClr val="000000"/>
                          </a:solidFill>
                          <a:effectLst/>
                          <a:latin typeface="Aptos Narrow" panose="020B0004020202020204" pitchFamily="34" charset="0"/>
                        </a:rPr>
                        <a:t>Build core screens (Home, Product Listing, Product Details).</a:t>
                      </a:r>
                    </a:p>
                    <a:p>
                      <a:pPr algn="l" fontAlgn="b">
                        <a:buNone/>
                      </a:pPr>
                      <a:r>
                        <a:rPr lang="en-US" sz="1800" b="0" i="0" u="none" strike="noStrike" dirty="0">
                          <a:solidFill>
                            <a:srgbClr val="000000"/>
                          </a:solidFill>
                          <a:effectLst/>
                          <a:latin typeface="Aptos Narrow" panose="020B0004020202020204" pitchFamily="34" charset="0"/>
                        </a:rPr>
                        <a:t>Integrate UI with backend APIs.</a:t>
                      </a:r>
                    </a:p>
                  </a:txBody>
                  <a:tcPr marL="9525" marR="9525" marT="9525" marB="0" anchor="b"/>
                </a:tc>
                <a:extLst>
                  <a:ext uri="{0D108BD9-81ED-4DB2-BD59-A6C34878D82A}">
                    <a16:rowId xmlns:a16="http://schemas.microsoft.com/office/drawing/2014/main" val="112265386"/>
                  </a:ext>
                </a:extLst>
              </a:tr>
              <a:tr h="370840">
                <a:tc>
                  <a:txBody>
                    <a:bodyPr/>
                    <a:lstStyle/>
                    <a:p>
                      <a:pPr algn="l"/>
                      <a:endParaRPr lang="en-US" sz="2000" dirty="0"/>
                    </a:p>
                  </a:txBody>
                  <a:tcPr/>
                </a:tc>
                <a:tc>
                  <a:txBody>
                    <a:bodyPr/>
                    <a:lstStyle/>
                    <a:p>
                      <a:pPr algn="l"/>
                      <a:r>
                        <a:rPr lang="en-US" sz="1800" dirty="0"/>
                        <a:t>Core Features</a:t>
                      </a:r>
                    </a:p>
                  </a:txBody>
                  <a:tcPr/>
                </a:tc>
                <a:tc>
                  <a:txBody>
                    <a:bodyPr/>
                    <a:lstStyle/>
                    <a:p>
                      <a:pPr algn="l" fontAlgn="b">
                        <a:buNone/>
                      </a:pPr>
                      <a:r>
                        <a:rPr lang="en-US" sz="1800" b="0" i="0" u="none" strike="noStrike" dirty="0">
                          <a:solidFill>
                            <a:srgbClr val="000000"/>
                          </a:solidFill>
                          <a:effectLst/>
                          <a:latin typeface="Aptos Narrow" panose="020B0004020202020204" pitchFamily="34" charset="0"/>
                        </a:rPr>
                        <a:t>Add shopping cart functionality.</a:t>
                      </a:r>
                    </a:p>
                    <a:p>
                      <a:pPr algn="l" fontAlgn="b">
                        <a:buNone/>
                      </a:pPr>
                      <a:r>
                        <a:rPr lang="en-US" sz="1800" b="0" i="0" u="none" strike="noStrike" dirty="0">
                          <a:solidFill>
                            <a:srgbClr val="000000"/>
                          </a:solidFill>
                          <a:effectLst/>
                          <a:latin typeface="Aptos Narrow" panose="020B0004020202020204" pitchFamily="34" charset="0"/>
                        </a:rPr>
                        <a:t>Implement checkout and payment gateway.</a:t>
                      </a:r>
                    </a:p>
                    <a:p>
                      <a:pPr algn="l" fontAlgn="b">
                        <a:buNone/>
                      </a:pPr>
                      <a:r>
                        <a:rPr lang="en-US" sz="1800" b="0" i="0" u="none" strike="noStrike" dirty="0">
                          <a:solidFill>
                            <a:srgbClr val="000000"/>
                          </a:solidFill>
                          <a:effectLst/>
                          <a:latin typeface="Aptos Narrow" panose="020B0004020202020204" pitchFamily="34" charset="0"/>
                        </a:rPr>
                        <a:t>Add search and filter options.</a:t>
                      </a:r>
                    </a:p>
                  </a:txBody>
                  <a:tcPr marL="9525" marR="9525" marT="9525" marB="0" anchor="b"/>
                </a:tc>
                <a:extLst>
                  <a:ext uri="{0D108BD9-81ED-4DB2-BD59-A6C34878D82A}">
                    <a16:rowId xmlns:a16="http://schemas.microsoft.com/office/drawing/2014/main" val="1822390753"/>
                  </a:ext>
                </a:extLst>
              </a:tr>
              <a:tr h="370840">
                <a:tc>
                  <a:txBody>
                    <a:bodyPr/>
                    <a:lstStyle/>
                    <a:p>
                      <a:pPr algn="l"/>
                      <a:endParaRPr lang="en-US" sz="2000" dirty="0"/>
                    </a:p>
                  </a:txBody>
                  <a:tcPr/>
                </a:tc>
                <a:tc>
                  <a:txBody>
                    <a:bodyPr/>
                    <a:lstStyle/>
                    <a:p>
                      <a:pPr algn="l"/>
                      <a:r>
                        <a:rPr lang="en-US" sz="1800" dirty="0"/>
                        <a:t>Testing &amp; QA</a:t>
                      </a:r>
                    </a:p>
                  </a:txBody>
                  <a:tcPr/>
                </a:tc>
                <a:tc>
                  <a:txBody>
                    <a:bodyPr/>
                    <a:lstStyle/>
                    <a:p>
                      <a:pPr algn="l" fontAlgn="b">
                        <a:buNone/>
                      </a:pPr>
                      <a:r>
                        <a:rPr lang="en-US" sz="1800" b="0" i="0" u="none" strike="noStrike" dirty="0">
                          <a:solidFill>
                            <a:srgbClr val="000000"/>
                          </a:solidFill>
                          <a:effectLst/>
                          <a:latin typeface="Aptos Narrow" panose="020B0004020202020204" pitchFamily="34" charset="0"/>
                        </a:rPr>
                        <a:t>Unit testing for backend and frontend.</a:t>
                      </a:r>
                    </a:p>
                    <a:p>
                      <a:pPr algn="l" fontAlgn="b">
                        <a:buNone/>
                      </a:pPr>
                      <a:r>
                        <a:rPr lang="en-US" sz="1800" b="0" i="0" u="none" strike="noStrike" dirty="0">
                          <a:solidFill>
                            <a:srgbClr val="000000"/>
                          </a:solidFill>
                          <a:effectLst/>
                          <a:latin typeface="Aptos Narrow" panose="020B0004020202020204" pitchFamily="34" charset="0"/>
                        </a:rPr>
                        <a:t>Integration testing for payment and cart.</a:t>
                      </a:r>
                    </a:p>
                    <a:p>
                      <a:pPr algn="l" fontAlgn="b">
                        <a:buNone/>
                      </a:pPr>
                      <a:r>
                        <a:rPr lang="en-US" sz="1800" b="0" i="0" u="none" strike="noStrike" dirty="0">
                          <a:solidFill>
                            <a:srgbClr val="000000"/>
                          </a:solidFill>
                          <a:effectLst/>
                          <a:latin typeface="Aptos Narrow" panose="020B0004020202020204" pitchFamily="34" charset="0"/>
                        </a:rPr>
                        <a:t>Fix bugs and optimize performance.</a:t>
                      </a:r>
                    </a:p>
                  </a:txBody>
                  <a:tcPr marL="9525" marR="9525" marT="9525" marB="0" anchor="b"/>
                </a:tc>
                <a:extLst>
                  <a:ext uri="{0D108BD9-81ED-4DB2-BD59-A6C34878D82A}">
                    <a16:rowId xmlns:a16="http://schemas.microsoft.com/office/drawing/2014/main" val="3844121151"/>
                  </a:ext>
                </a:extLst>
              </a:tr>
              <a:tr h="370840">
                <a:tc>
                  <a:txBody>
                    <a:bodyPr/>
                    <a:lstStyle/>
                    <a:p>
                      <a:pPr algn="l"/>
                      <a:endParaRPr lang="en-US" sz="2000" dirty="0"/>
                    </a:p>
                  </a:txBody>
                  <a:tcPr/>
                </a:tc>
                <a:tc>
                  <a:txBody>
                    <a:bodyPr/>
                    <a:lstStyle/>
                    <a:p>
                      <a:pPr algn="l"/>
                      <a:r>
                        <a:rPr lang="en-US" sz="1800" dirty="0"/>
                        <a:t>Deployment &amp; Launch</a:t>
                      </a:r>
                    </a:p>
                  </a:txBody>
                  <a:tcPr/>
                </a:tc>
                <a:tc>
                  <a:txBody>
                    <a:bodyPr/>
                    <a:lstStyle/>
                    <a:p>
                      <a:pPr algn="l" fontAlgn="b">
                        <a:buNone/>
                      </a:pPr>
                      <a:r>
                        <a:rPr lang="en-US" sz="1800" b="0" i="0" u="none" strike="noStrike" dirty="0">
                          <a:solidFill>
                            <a:srgbClr val="000000"/>
                          </a:solidFill>
                          <a:effectLst/>
                          <a:latin typeface="Aptos Narrow" panose="020B0004020202020204" pitchFamily="34" charset="0"/>
                        </a:rPr>
                        <a:t>Deploy app to production environment (Azure).</a:t>
                      </a:r>
                    </a:p>
                    <a:p>
                      <a:pPr algn="l" fontAlgn="b">
                        <a:buNone/>
                      </a:pPr>
                      <a:r>
                        <a:rPr lang="en-US" sz="1800" b="0" i="0" u="none" strike="noStrike" dirty="0">
                          <a:solidFill>
                            <a:srgbClr val="000000"/>
                          </a:solidFill>
                          <a:effectLst/>
                          <a:latin typeface="Aptos Narrow" panose="020B0004020202020204" pitchFamily="34" charset="0"/>
                        </a:rPr>
                        <a:t>Final security checks.</a:t>
                      </a:r>
                    </a:p>
                    <a:p>
                      <a:pPr algn="l" fontAlgn="b">
                        <a:buNone/>
                      </a:pPr>
                      <a:r>
                        <a:rPr lang="en-US" sz="1800" b="0" i="0" u="none" strike="noStrike" dirty="0">
                          <a:solidFill>
                            <a:srgbClr val="000000"/>
                          </a:solidFill>
                          <a:effectLst/>
                          <a:latin typeface="Aptos Narrow" panose="020B0004020202020204" pitchFamily="34" charset="0"/>
                        </a:rPr>
                        <a:t>Launch marketing campaign and app store submission.</a:t>
                      </a:r>
                    </a:p>
                  </a:txBody>
                  <a:tcPr marL="9525" marR="9525" marT="9525" marB="0" anchor="b"/>
                </a:tc>
                <a:extLst>
                  <a:ext uri="{0D108BD9-81ED-4DB2-BD59-A6C34878D82A}">
                    <a16:rowId xmlns:a16="http://schemas.microsoft.com/office/drawing/2014/main" val="3249705229"/>
                  </a:ext>
                </a:extLst>
              </a:tr>
            </a:tbl>
          </a:graphicData>
        </a:graphic>
      </p:graphicFrame>
      <p:sp>
        <p:nvSpPr>
          <p:cNvPr id="4" name="Date Placeholder 3">
            <a:extLst>
              <a:ext uri="{FF2B5EF4-FFF2-40B4-BE49-F238E27FC236}">
                <a16:creationId xmlns:a16="http://schemas.microsoft.com/office/drawing/2014/main" id="{CB9A109D-CF5B-7BD9-0C74-B54A6E2868F1}"/>
              </a:ext>
            </a:extLst>
          </p:cNvPr>
          <p:cNvSpPr>
            <a:spLocks noGrp="1"/>
          </p:cNvSpPr>
          <p:nvPr>
            <p:ph type="dt" sz="half" idx="10"/>
          </p:nvPr>
        </p:nvSpPr>
        <p:spPr/>
        <p:txBody>
          <a:bodyPr/>
          <a:lstStyle/>
          <a:p>
            <a:fld id="{FE21D4C7-8630-4B98-978C-30388BBD4EE8}" type="datetime1">
              <a:rPr lang="en-US" smtClean="0"/>
              <a:t>1/15/2026</a:t>
            </a:fld>
            <a:endParaRPr lang="en-US" dirty="0"/>
          </a:p>
        </p:txBody>
      </p:sp>
      <p:sp>
        <p:nvSpPr>
          <p:cNvPr id="6" name="Slide Number Placeholder 5">
            <a:extLst>
              <a:ext uri="{FF2B5EF4-FFF2-40B4-BE49-F238E27FC236}">
                <a16:creationId xmlns:a16="http://schemas.microsoft.com/office/drawing/2014/main" id="{ABDAC7A6-589C-A6D4-1C74-B0E506051C42}"/>
              </a:ext>
            </a:extLst>
          </p:cNvPr>
          <p:cNvSpPr>
            <a:spLocks noGrp="1"/>
          </p:cNvSpPr>
          <p:nvPr>
            <p:ph type="sldNum" sz="quarter" idx="12"/>
          </p:nvPr>
        </p:nvSpPr>
        <p:spPr/>
        <p:txBody>
          <a:bodyPr/>
          <a:lstStyle/>
          <a:p>
            <a:fld id="{84C450F2-3BB4-4AE4-8A35-A9D7AEA4C850}" type="slidenum">
              <a:rPr lang="en-US" smtClean="0"/>
              <a:t>22</a:t>
            </a:fld>
            <a:endParaRPr lang="en-US" dirty="0"/>
          </a:p>
        </p:txBody>
      </p:sp>
      <p:grpSp>
        <p:nvGrpSpPr>
          <p:cNvPr id="16" name="Group 15">
            <a:extLst>
              <a:ext uri="{FF2B5EF4-FFF2-40B4-BE49-F238E27FC236}">
                <a16:creationId xmlns:a16="http://schemas.microsoft.com/office/drawing/2014/main" id="{B62D7EF2-5A62-7156-226E-52AA106C593A}"/>
              </a:ext>
            </a:extLst>
          </p:cNvPr>
          <p:cNvGrpSpPr>
            <a:grpSpLocks noGrp="1" noUngrp="1" noRot="1" noMove="1" noResize="1"/>
          </p:cNvGrpSpPr>
          <p:nvPr/>
        </p:nvGrpSpPr>
        <p:grpSpPr>
          <a:xfrm>
            <a:off x="455943" y="1793143"/>
            <a:ext cx="674357" cy="4337852"/>
            <a:chOff x="455943" y="1793143"/>
            <a:chExt cx="674357" cy="4337852"/>
          </a:xfrm>
        </p:grpSpPr>
        <p:pic>
          <p:nvPicPr>
            <p:cNvPr id="10" name="Picture 1">
              <a:extLst>
                <a:ext uri="{FF2B5EF4-FFF2-40B4-BE49-F238E27FC236}">
                  <a16:creationId xmlns:a16="http://schemas.microsoft.com/office/drawing/2014/main" id="{FBA81072-4071-5455-0349-8CC2AD2762D2}"/>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rcRect/>
            <a:stretch>
              <a:fillRect/>
            </a:stretch>
          </p:blipFill>
          <p:spPr bwMode="auto">
            <a:xfrm>
              <a:off x="468645" y="2388940"/>
              <a:ext cx="648956" cy="6576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a:extLst>
                <a:ext uri="{FF2B5EF4-FFF2-40B4-BE49-F238E27FC236}">
                  <a16:creationId xmlns:a16="http://schemas.microsoft.com/office/drawing/2014/main" id="{AA0EE342-0CB8-C9BA-95E9-2A3B5FA62A6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rcRect/>
            <a:stretch>
              <a:fillRect/>
            </a:stretch>
          </p:blipFill>
          <p:spPr bwMode="auto">
            <a:xfrm>
              <a:off x="472447" y="1793143"/>
              <a:ext cx="657853" cy="490574"/>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3">
              <a:extLst>
                <a:ext uri="{FF2B5EF4-FFF2-40B4-BE49-F238E27FC236}">
                  <a16:creationId xmlns:a16="http://schemas.microsoft.com/office/drawing/2014/main" id="{79D2CDB9-29E2-A954-E2CA-26D633CB9FD0}"/>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a:stretch>
              <a:fillRect/>
            </a:stretch>
          </p:blipFill>
          <p:spPr bwMode="auto">
            <a:xfrm>
              <a:off x="455943" y="3153155"/>
              <a:ext cx="648956" cy="548007"/>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a:extLst>
                <a:ext uri="{FF2B5EF4-FFF2-40B4-BE49-F238E27FC236}">
                  <a16:creationId xmlns:a16="http://schemas.microsoft.com/office/drawing/2014/main" id="{38E83BE1-256E-5401-C46E-CF05B2C4012F}"/>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rcRect/>
            <a:stretch>
              <a:fillRect/>
            </a:stretch>
          </p:blipFill>
          <p:spPr bwMode="auto">
            <a:xfrm>
              <a:off x="481343" y="3784016"/>
              <a:ext cx="648956" cy="635148"/>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5">
              <a:extLst>
                <a:ext uri="{FF2B5EF4-FFF2-40B4-BE49-F238E27FC236}">
                  <a16:creationId xmlns:a16="http://schemas.microsoft.com/office/drawing/2014/main" id="{5E568DD3-6CFB-BE31-1AB8-E8D57FE00E7F}"/>
                </a:ext>
              </a:extLst>
            </p:cNvPr>
            <p:cNvPicPr>
              <a:picLocks noGrp="1" noRot="1" noChangeAspect="1" noMove="1" noResize="1" noEditPoints="1" noAdjustHandles="1" noChangeArrowheads="1" noChangeShapeType="1" noCrop="1"/>
            </p:cNvPicPr>
            <p:nvPr/>
          </p:nvPicPr>
          <p:blipFill>
            <a:blip r:embed="rId6">
              <a:extLst>
                <a:ext uri="{28A0092B-C50C-407E-A947-70E740481C1C}">
                  <a14:useLocalDpi xmlns:a14="http://schemas.microsoft.com/office/drawing/2010/main" val="0"/>
                </a:ext>
              </a:extLst>
            </a:blip>
            <a:srcRect/>
            <a:stretch>
              <a:fillRect/>
            </a:stretch>
          </p:blipFill>
          <p:spPr bwMode="auto">
            <a:xfrm>
              <a:off x="455943" y="4684900"/>
              <a:ext cx="665734" cy="61138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6">
              <a:extLst>
                <a:ext uri="{FF2B5EF4-FFF2-40B4-BE49-F238E27FC236}">
                  <a16:creationId xmlns:a16="http://schemas.microsoft.com/office/drawing/2014/main" id="{79A1DDD9-4329-B8F3-9500-04C0A09ADF56}"/>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rcRect/>
            <a:stretch>
              <a:fillRect/>
            </a:stretch>
          </p:blipFill>
          <p:spPr bwMode="auto">
            <a:xfrm>
              <a:off x="481342" y="5437793"/>
              <a:ext cx="648955" cy="69320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4576816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6160A-935D-AD89-4A63-1DEA5D9B455E}"/>
              </a:ext>
            </a:extLst>
          </p:cNvPr>
          <p:cNvSpPr>
            <a:spLocks noGrp="1"/>
          </p:cNvSpPr>
          <p:nvPr>
            <p:ph type="title"/>
          </p:nvPr>
        </p:nvSpPr>
        <p:spPr>
          <a:xfrm>
            <a:off x="429768" y="320040"/>
            <a:ext cx="6858000" cy="932688"/>
          </a:xfrm>
        </p:spPr>
        <p:txBody>
          <a:bodyPr vert="horz" lIns="91440" tIns="45720" rIns="91440" bIns="45720" rtlCol="0" anchor="b">
            <a:normAutofit/>
          </a:bodyPr>
          <a:lstStyle/>
          <a:p>
            <a:r>
              <a:rPr lang="en-US" sz="2700" b="0" kern="1200" cap="all" baseline="0">
                <a:latin typeface="+mj-lt"/>
                <a:ea typeface="+mj-ea"/>
                <a:cs typeface="+mj-cs"/>
              </a:rPr>
              <a:t>App Features for Streamlined Fashion Item Purchasing</a:t>
            </a:r>
          </a:p>
        </p:txBody>
      </p:sp>
      <p:sp>
        <p:nvSpPr>
          <p:cNvPr id="8" name="TextBox 7">
            <a:extLst>
              <a:ext uri="{FF2B5EF4-FFF2-40B4-BE49-F238E27FC236}">
                <a16:creationId xmlns:a16="http://schemas.microsoft.com/office/drawing/2014/main" id="{E002F6E5-2C2D-4E94-91BC-E1F85ACA52BB}"/>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29768" y="1380744"/>
            <a:ext cx="6858000" cy="4983480"/>
          </a:xfrm>
          <a:prstGeom prst="rect">
            <a:avLst/>
          </a:prstGeom>
        </p:spPr>
        <p:txBody>
          <a:bodyPr>
            <a:normAutofit/>
          </a:bodyPr>
          <a:lstStyle/>
          <a:p>
            <a:pPr marL="0" indent="0">
              <a:spcBef>
                <a:spcPts val="2500"/>
              </a:spcBef>
              <a:spcAft>
                <a:spcPts val="600"/>
              </a:spcAft>
              <a:buFont typeface="Arial" panose="020B0604020202020204" pitchFamily="34" charset="0"/>
              <a:buNone/>
            </a:pPr>
            <a:r>
              <a:rPr lang="en-US" sz="1400" b="1"/>
              <a:t>User-Friendly Navigation</a:t>
            </a:r>
          </a:p>
          <a:p>
            <a:pPr marL="0" lvl="1" indent="0">
              <a:spcBef>
                <a:spcPts val="1000"/>
              </a:spcBef>
              <a:spcAft>
                <a:spcPts val="600"/>
              </a:spcAft>
              <a:buFont typeface="Arial" panose="020B0604020202020204" pitchFamily="34" charset="0"/>
              <a:buNone/>
            </a:pPr>
            <a:r>
              <a:rPr lang="en-US" sz="1400"/>
              <a:t>Easy navigation helps users browse fashion items quickly and find products effortlessly.</a:t>
            </a:r>
          </a:p>
          <a:p>
            <a:pPr marL="0" indent="0">
              <a:spcBef>
                <a:spcPts val="2500"/>
              </a:spcBef>
              <a:spcAft>
                <a:spcPts val="600"/>
              </a:spcAft>
              <a:buFont typeface="Arial" panose="020B0604020202020204" pitchFamily="34" charset="0"/>
              <a:buNone/>
            </a:pPr>
            <a:r>
              <a:rPr lang="en-US" sz="1400" b="1"/>
              <a:t>High-Quality Visuals</a:t>
            </a:r>
          </a:p>
          <a:p>
            <a:pPr marL="0" lvl="1" indent="0">
              <a:spcBef>
                <a:spcPts val="1000"/>
              </a:spcBef>
              <a:spcAft>
                <a:spcPts val="600"/>
              </a:spcAft>
              <a:buFont typeface="Arial" panose="020B0604020202020204" pitchFamily="34" charset="0"/>
              <a:buNone/>
            </a:pPr>
            <a:r>
              <a:rPr lang="en-US" sz="1400"/>
              <a:t>High-quality images display fashion items clearly, enhancing users' decision-making process.</a:t>
            </a:r>
          </a:p>
          <a:p>
            <a:pPr marL="0" indent="0">
              <a:spcBef>
                <a:spcPts val="2500"/>
              </a:spcBef>
              <a:spcAft>
                <a:spcPts val="600"/>
              </a:spcAft>
              <a:buFont typeface="Arial" panose="020B0604020202020204" pitchFamily="34" charset="0"/>
              <a:buNone/>
            </a:pPr>
            <a:r>
              <a:rPr lang="en-US" sz="1400" b="1"/>
              <a:t>Personalized Recommendations</a:t>
            </a:r>
          </a:p>
          <a:p>
            <a:pPr marL="0" lvl="1" indent="0">
              <a:spcBef>
                <a:spcPts val="1000"/>
              </a:spcBef>
              <a:spcAft>
                <a:spcPts val="600"/>
              </a:spcAft>
              <a:buFont typeface="Arial" panose="020B0604020202020204" pitchFamily="34" charset="0"/>
              <a:buNone/>
            </a:pPr>
            <a:r>
              <a:rPr lang="en-US" sz="1400"/>
              <a:t>Personalized suggestions improve user engagement by offering relevant fashion items.</a:t>
            </a:r>
          </a:p>
          <a:p>
            <a:pPr marL="0" indent="0">
              <a:spcBef>
                <a:spcPts val="2500"/>
              </a:spcBef>
              <a:spcAft>
                <a:spcPts val="600"/>
              </a:spcAft>
              <a:buFont typeface="Arial" panose="020B0604020202020204" pitchFamily="34" charset="0"/>
              <a:buNone/>
            </a:pPr>
            <a:r>
              <a:rPr lang="en-US" sz="1400" b="1"/>
              <a:t>Secure and Efficient Checkout</a:t>
            </a:r>
          </a:p>
          <a:p>
            <a:pPr marL="0" lvl="1" indent="0">
              <a:spcBef>
                <a:spcPts val="1000"/>
              </a:spcBef>
              <a:spcAft>
                <a:spcPts val="600"/>
              </a:spcAft>
              <a:buFont typeface="Arial" panose="020B0604020202020204" pitchFamily="34" charset="0"/>
              <a:buNone/>
            </a:pPr>
            <a:r>
              <a:rPr lang="en-US" sz="1400"/>
              <a:t>Secure payment options and smooth checkout process ensure safe and quick purchases.</a:t>
            </a:r>
          </a:p>
        </p:txBody>
      </p:sp>
      <p:pic>
        <p:nvPicPr>
          <p:cNvPr id="7" name="Content Placeholder 6" descr="Augmented reality marketing . Hand holding smart phone use AR application to check information in a large clothing shop">
            <a:extLst>
              <a:ext uri="{FF2B5EF4-FFF2-40B4-BE49-F238E27FC236}">
                <a16:creationId xmlns:a16="http://schemas.microsoft.com/office/drawing/2014/main" id="{ACAEB4E1-9C87-4815-9C01-36491B344ED1}"/>
              </a:ext>
            </a:extLst>
          </p:cNvPr>
          <p:cNvPicPr>
            <a:picLocks noGrp="1" noChangeAspect="1"/>
          </p:cNvPicPr>
          <p:nvPr>
            <p:ph type="pic" sz="quarter" idx="15"/>
          </p:nvPr>
        </p:nvPicPr>
        <p:blipFill>
          <a:blip r:embed="rId3"/>
          <a:srcRect l="36281" r="20317" b="-2"/>
          <a:stretch>
            <a:fillRect/>
          </a:stretch>
        </p:blipFill>
        <p:spPr>
          <a:xfrm>
            <a:off x="8046768" y="10"/>
            <a:ext cx="4145232" cy="6399142"/>
          </a:xfrm>
        </p:spPr>
      </p:pic>
      <p:sp>
        <p:nvSpPr>
          <p:cNvPr id="4" name="Date Placeholder 3">
            <a:extLst>
              <a:ext uri="{FF2B5EF4-FFF2-40B4-BE49-F238E27FC236}">
                <a16:creationId xmlns:a16="http://schemas.microsoft.com/office/drawing/2014/main" id="{6DB11BEF-19C7-A1CD-837D-390CDD351D1B}"/>
              </a:ext>
            </a:extLst>
          </p:cNvPr>
          <p:cNvSpPr>
            <a:spLocks noGrp="1"/>
          </p:cNvSpPr>
          <p:nvPr>
            <p:ph type="dt" sz="half" idx="10"/>
          </p:nvPr>
        </p:nvSpPr>
        <p:spPr>
          <a:xfrm>
            <a:off x="431172" y="6490524"/>
            <a:ext cx="2841959" cy="336141"/>
          </a:xfrm>
        </p:spPr>
        <p:txBody>
          <a:bodyPr vert="horz" lIns="91440" tIns="45720" rIns="91440" bIns="45720" rtlCol="0" anchor="ctr">
            <a:normAutofit/>
          </a:bodyPr>
          <a:lstStyle/>
          <a:p>
            <a:pPr>
              <a:spcAft>
                <a:spcPts val="600"/>
              </a:spcAft>
            </a:pPr>
            <a:fld id="{FE21D4C7-8630-4B98-978C-30388BBD4EE8}" type="datetime1">
              <a:rPr lang="en-US" smtClean="0"/>
              <a:pPr>
                <a:spcAft>
                  <a:spcPts val="600"/>
                </a:spcAft>
              </a:pPr>
              <a:t>1/15/2026</a:t>
            </a:fld>
            <a:endParaRPr lang="en-US"/>
          </a:p>
        </p:txBody>
      </p:sp>
      <p:sp>
        <p:nvSpPr>
          <p:cNvPr id="6" name="Slide Number Placeholder 5">
            <a:extLst>
              <a:ext uri="{FF2B5EF4-FFF2-40B4-BE49-F238E27FC236}">
                <a16:creationId xmlns:a16="http://schemas.microsoft.com/office/drawing/2014/main" id="{F0DD8C18-B828-0CEB-C61B-A0A29DEAB358}"/>
              </a:ext>
            </a:extLst>
          </p:cNvPr>
          <p:cNvSpPr>
            <a:spLocks noGrp="1"/>
          </p:cNvSpPr>
          <p:nvPr>
            <p:ph type="sldNum" sz="quarter" idx="12"/>
          </p:nvPr>
        </p:nvSpPr>
        <p:spPr>
          <a:xfrm>
            <a:off x="11648431" y="6490524"/>
            <a:ext cx="457200" cy="336141"/>
          </a:xfrm>
        </p:spPr>
        <p:txBody>
          <a:bodyPr vert="horz" lIns="91440" tIns="45720" rIns="91440" bIns="45720" rtlCol="0" anchor="ctr">
            <a:normAutofit/>
          </a:bodyPr>
          <a:lstStyle/>
          <a:p>
            <a:pPr>
              <a:spcAft>
                <a:spcPts val="600"/>
              </a:spcAft>
            </a:pPr>
            <a:fld id="{84C450F2-3BB4-4AE4-8A35-A9D7AEA4C850}" type="slidenum">
              <a:rPr lang="en-US" smtClean="0"/>
              <a:pPr>
                <a:spcAft>
                  <a:spcPts val="600"/>
                </a:spcAft>
              </a:pPr>
              <a:t>23</a:t>
            </a:fld>
            <a:endParaRPr lang="en-US"/>
          </a:p>
        </p:txBody>
      </p:sp>
    </p:spTree>
    <p:extLst>
      <p:ext uri="{BB962C8B-B14F-4D97-AF65-F5344CB8AC3E}">
        <p14:creationId xmlns:p14="http://schemas.microsoft.com/office/powerpoint/2010/main" val="164611260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theme/theme1.xml><?xml version="1.0" encoding="utf-8"?>
<a:theme xmlns:a="http://schemas.openxmlformats.org/drawingml/2006/main" name="OasisVTI">
  <a:themeElements>
    <a:clrScheme name="Oasis">
      <a:dk1>
        <a:srgbClr val="131313"/>
      </a:dk1>
      <a:lt1>
        <a:sysClr val="window" lastClr="FFFFFF"/>
      </a:lt1>
      <a:dk2>
        <a:srgbClr val="3D3C33"/>
      </a:dk2>
      <a:lt2>
        <a:srgbClr val="F0EDE6"/>
      </a:lt2>
      <a:accent1>
        <a:srgbClr val="A57361"/>
      </a:accent1>
      <a:accent2>
        <a:srgbClr val="BE8856"/>
      </a:accent2>
      <a:accent3>
        <a:srgbClr val="BD9075"/>
      </a:accent3>
      <a:accent4>
        <a:srgbClr val="939081"/>
      </a:accent4>
      <a:accent5>
        <a:srgbClr val="A16D4C"/>
      </a:accent5>
      <a:accent6>
        <a:srgbClr val="8C8662"/>
      </a:accent6>
      <a:hlink>
        <a:srgbClr val="A57361"/>
      </a:hlink>
      <a:folHlink>
        <a:srgbClr val="8C8662"/>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asis_win32_DN_V3" id="{65F5DFDA-B6D8-4F37-85B8-E95C858FA146}" vid="{998F2FB7-179B-41D4-99FF-60A4C828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5388</TotalTime>
  <Words>2553</Words>
  <Application>Microsoft Office PowerPoint</Application>
  <PresentationFormat>Widescreen</PresentationFormat>
  <Paragraphs>364</Paragraphs>
  <Slides>23</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Aptos Narrow</vt:lpstr>
      <vt:lpstr>Arial</vt:lpstr>
      <vt:lpstr>Neue Haas Grotesk Text Pro</vt:lpstr>
      <vt:lpstr>Wingdings</vt:lpstr>
      <vt:lpstr>OasisVTI</vt:lpstr>
      <vt:lpstr>Fashion-insta Empowering Fashion Shopping</vt:lpstr>
      <vt:lpstr>Executive summary</vt:lpstr>
      <vt:lpstr>Problem Statement</vt:lpstr>
      <vt:lpstr>Solution statement</vt:lpstr>
      <vt:lpstr>OBJECTIVES AND EXPECTED BENEFITS</vt:lpstr>
      <vt:lpstr>Technical REQUIREMENT</vt:lpstr>
      <vt:lpstr>Project backlog</vt:lpstr>
      <vt:lpstr>HUMAN requirements</vt:lpstr>
      <vt:lpstr>FINANCIAL cost &amp; budget</vt:lpstr>
      <vt:lpstr>Return on investment </vt:lpstr>
      <vt:lpstr>PowerPoint Presentation</vt:lpstr>
      <vt:lpstr>milestones</vt:lpstr>
      <vt:lpstr>AGILE Methodology</vt:lpstr>
      <vt:lpstr>Agile manifesto</vt:lpstr>
      <vt:lpstr>Benefits of agile</vt:lpstr>
      <vt:lpstr>Risks and mitigation plans</vt:lpstr>
      <vt:lpstr>Ethical and Legal issues</vt:lpstr>
      <vt:lpstr>Conclusion</vt:lpstr>
      <vt:lpstr>Appendix 1 : Project backlog</vt:lpstr>
      <vt:lpstr>Appendix 2: Risks and mitigation plans</vt:lpstr>
      <vt:lpstr>Appendix 3: Ethical and Legal issues</vt:lpstr>
      <vt:lpstr>Appendix 4: App development timeline</vt:lpstr>
      <vt:lpstr>App Features for Streamlined Fashion Item Purchasing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Phil Ok</dc:creator>
  <cp:lastModifiedBy>Phil Ok</cp:lastModifiedBy>
  <cp:revision>24</cp:revision>
  <dcterms:created xsi:type="dcterms:W3CDTF">2026-01-06T21:46:16Z</dcterms:created>
  <dcterms:modified xsi:type="dcterms:W3CDTF">2026-01-16T00:34:25Z</dcterms:modified>
</cp:coreProperties>
</file>